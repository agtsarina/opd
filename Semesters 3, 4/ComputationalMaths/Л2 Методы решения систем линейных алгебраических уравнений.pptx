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2" r:id="rId8"/>
    <p:sldId id="260" r:id="rId9"/>
    <p:sldId id="261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53887C-D781-49AE-B09A-8C716E53B01F}" type="doc">
      <dgm:prSet loTypeId="urn:microsoft.com/office/officeart/2005/8/layout/orgChart1" loCatId="hierarchy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DB514D12-E5C3-4167-9B32-CD7966E3E66E}">
      <dgm:prSet phldrT="[Текст]"/>
      <dgm:spPr/>
      <dgm:t>
        <a:bodyPr/>
        <a:lstStyle/>
        <a:p>
          <a:r>
            <a:rPr lang="ru-RU" dirty="0" smtClean="0"/>
            <a:t>Методы решения СЛАУ</a:t>
          </a:r>
          <a:endParaRPr lang="ru-RU" dirty="0"/>
        </a:p>
      </dgm:t>
    </dgm:pt>
    <dgm:pt modelId="{2E174252-D943-47C5-8ACC-13B3B9C07FAE}" type="parTrans" cxnId="{8B4F2BE4-01CD-4D7F-9892-89A01DAC5802}">
      <dgm:prSet/>
      <dgm:spPr/>
      <dgm:t>
        <a:bodyPr/>
        <a:lstStyle/>
        <a:p>
          <a:endParaRPr lang="ru-RU"/>
        </a:p>
      </dgm:t>
    </dgm:pt>
    <dgm:pt modelId="{A8BCAEDE-4001-40CF-BDF5-AC8EF6AA52E5}" type="sibTrans" cxnId="{8B4F2BE4-01CD-4D7F-9892-89A01DAC5802}">
      <dgm:prSet/>
      <dgm:spPr/>
      <dgm:t>
        <a:bodyPr/>
        <a:lstStyle/>
        <a:p>
          <a:endParaRPr lang="ru-RU"/>
        </a:p>
      </dgm:t>
    </dgm:pt>
    <dgm:pt modelId="{16855CE2-B7C7-4FBD-946B-31598C09BF8D}">
      <dgm:prSet phldrT="[Текст]"/>
      <dgm:spPr/>
      <dgm:t>
        <a:bodyPr/>
        <a:lstStyle/>
        <a:p>
          <a:r>
            <a:rPr lang="ru-RU" dirty="0" smtClean="0"/>
            <a:t>Точные (прямые)</a:t>
          </a:r>
          <a:endParaRPr lang="ru-RU" dirty="0"/>
        </a:p>
      </dgm:t>
    </dgm:pt>
    <dgm:pt modelId="{69202684-D14E-4E34-9596-9684A9FAD34F}" type="parTrans" cxnId="{72FF988D-8AEF-4C4D-BF29-07FC44F1C435}">
      <dgm:prSet/>
      <dgm:spPr/>
      <dgm:t>
        <a:bodyPr/>
        <a:lstStyle/>
        <a:p>
          <a:endParaRPr lang="ru-RU"/>
        </a:p>
      </dgm:t>
    </dgm:pt>
    <dgm:pt modelId="{B6B737BA-A23F-4602-91A4-490E1DE55B03}" type="sibTrans" cxnId="{72FF988D-8AEF-4C4D-BF29-07FC44F1C435}">
      <dgm:prSet/>
      <dgm:spPr/>
      <dgm:t>
        <a:bodyPr/>
        <a:lstStyle/>
        <a:p>
          <a:endParaRPr lang="ru-RU"/>
        </a:p>
      </dgm:t>
    </dgm:pt>
    <dgm:pt modelId="{B3389C8A-68A0-44F3-88BB-38987BB854F3}">
      <dgm:prSet phldrT="[Текст]"/>
      <dgm:spPr/>
      <dgm:t>
        <a:bodyPr/>
        <a:lstStyle/>
        <a:p>
          <a:r>
            <a:rPr lang="ru-RU" dirty="0" smtClean="0"/>
            <a:t>Метод Гаусса</a:t>
          </a:r>
          <a:endParaRPr lang="ru-RU" dirty="0"/>
        </a:p>
      </dgm:t>
    </dgm:pt>
    <dgm:pt modelId="{64BAC913-578B-44B0-BD19-0A38D0A9D526}" type="parTrans" cxnId="{9BCC6892-4163-4AD4-AD5D-D0C6518BF6C1}">
      <dgm:prSet/>
      <dgm:spPr/>
      <dgm:t>
        <a:bodyPr/>
        <a:lstStyle/>
        <a:p>
          <a:endParaRPr lang="ru-RU"/>
        </a:p>
      </dgm:t>
    </dgm:pt>
    <dgm:pt modelId="{1E79A902-3CBF-4634-872C-F3DA1054AD1D}" type="sibTrans" cxnId="{9BCC6892-4163-4AD4-AD5D-D0C6518BF6C1}">
      <dgm:prSet/>
      <dgm:spPr/>
      <dgm:t>
        <a:bodyPr/>
        <a:lstStyle/>
        <a:p>
          <a:endParaRPr lang="ru-RU"/>
        </a:p>
      </dgm:t>
    </dgm:pt>
    <dgm:pt modelId="{974665EF-43EA-48F6-AEB0-B3C0D1F780F2}">
      <dgm:prSet phldrT="[Текст]"/>
      <dgm:spPr/>
      <dgm:t>
        <a:bodyPr/>
        <a:lstStyle/>
        <a:p>
          <a:r>
            <a:rPr lang="ru-RU" dirty="0" smtClean="0"/>
            <a:t>Метод обратной матрицы</a:t>
          </a:r>
          <a:endParaRPr lang="ru-RU" dirty="0"/>
        </a:p>
      </dgm:t>
    </dgm:pt>
    <dgm:pt modelId="{9F233028-52E4-424A-9D6E-D974E14BBFA2}" type="parTrans" cxnId="{8F12190C-6AA4-4547-B5B3-AA4AA5FE7499}">
      <dgm:prSet/>
      <dgm:spPr/>
      <dgm:t>
        <a:bodyPr/>
        <a:lstStyle/>
        <a:p>
          <a:endParaRPr lang="ru-RU"/>
        </a:p>
      </dgm:t>
    </dgm:pt>
    <dgm:pt modelId="{596AAD5D-8AAE-4AF8-B5EB-61807A127A5F}" type="sibTrans" cxnId="{8F12190C-6AA4-4547-B5B3-AA4AA5FE7499}">
      <dgm:prSet/>
      <dgm:spPr/>
      <dgm:t>
        <a:bodyPr/>
        <a:lstStyle/>
        <a:p>
          <a:endParaRPr lang="ru-RU"/>
        </a:p>
      </dgm:t>
    </dgm:pt>
    <dgm:pt modelId="{EA64C1A1-5F0D-418F-BBD9-320D52D40766}">
      <dgm:prSet phldrT="[Текст]"/>
      <dgm:spPr/>
      <dgm:t>
        <a:bodyPr/>
        <a:lstStyle/>
        <a:p>
          <a:r>
            <a:rPr lang="ru-RU" dirty="0" smtClean="0"/>
            <a:t>Приближенные (итерационные)</a:t>
          </a:r>
          <a:endParaRPr lang="ru-RU" dirty="0"/>
        </a:p>
      </dgm:t>
    </dgm:pt>
    <dgm:pt modelId="{8910402B-D860-4CCF-AAC0-501FE8C01930}" type="parTrans" cxnId="{91B0E6C9-1DBC-4BF9-B85E-FCCED5FC5A51}">
      <dgm:prSet/>
      <dgm:spPr/>
      <dgm:t>
        <a:bodyPr/>
        <a:lstStyle/>
        <a:p>
          <a:endParaRPr lang="ru-RU"/>
        </a:p>
      </dgm:t>
    </dgm:pt>
    <dgm:pt modelId="{20DC4E26-5125-4B7A-AB85-97D1A35160A0}" type="sibTrans" cxnId="{91B0E6C9-1DBC-4BF9-B85E-FCCED5FC5A51}">
      <dgm:prSet/>
      <dgm:spPr/>
      <dgm:t>
        <a:bodyPr/>
        <a:lstStyle/>
        <a:p>
          <a:endParaRPr lang="ru-RU"/>
        </a:p>
      </dgm:t>
    </dgm:pt>
    <dgm:pt modelId="{C592B6FA-E166-4EB6-8317-7CAE38E8887D}">
      <dgm:prSet phldrT="[Текст]"/>
      <dgm:spPr/>
      <dgm:t>
        <a:bodyPr/>
        <a:lstStyle/>
        <a:p>
          <a:r>
            <a:rPr lang="ru-RU" dirty="0" smtClean="0"/>
            <a:t>Метод Якоби</a:t>
          </a:r>
          <a:endParaRPr lang="ru-RU" dirty="0"/>
        </a:p>
      </dgm:t>
    </dgm:pt>
    <dgm:pt modelId="{62511755-4515-49E0-BA64-F3ABE321FFAC}" type="parTrans" cxnId="{DDECC611-A556-4C25-93F9-D778860206EF}">
      <dgm:prSet/>
      <dgm:spPr/>
      <dgm:t>
        <a:bodyPr/>
        <a:lstStyle/>
        <a:p>
          <a:endParaRPr lang="ru-RU"/>
        </a:p>
      </dgm:t>
    </dgm:pt>
    <dgm:pt modelId="{A11F9EBA-22D7-41F3-814B-6E487FA12750}" type="sibTrans" cxnId="{DDECC611-A556-4C25-93F9-D778860206EF}">
      <dgm:prSet/>
      <dgm:spPr/>
      <dgm:t>
        <a:bodyPr/>
        <a:lstStyle/>
        <a:p>
          <a:endParaRPr lang="ru-RU"/>
        </a:p>
      </dgm:t>
    </dgm:pt>
    <dgm:pt modelId="{E4627493-867D-4A93-AD07-10B866466986}">
      <dgm:prSet phldrT="[Текст]"/>
      <dgm:spPr/>
      <dgm:t>
        <a:bodyPr/>
        <a:lstStyle/>
        <a:p>
          <a:r>
            <a:rPr lang="ru-RU" dirty="0" smtClean="0"/>
            <a:t>Метод Зейделя</a:t>
          </a:r>
          <a:endParaRPr lang="ru-RU" dirty="0"/>
        </a:p>
      </dgm:t>
    </dgm:pt>
    <dgm:pt modelId="{31E6BD0C-BAAF-476C-ABB4-4BD85BF701F7}" type="parTrans" cxnId="{0F76E8F9-DD1D-4FF9-9924-E21FA3D82DC7}">
      <dgm:prSet/>
      <dgm:spPr/>
      <dgm:t>
        <a:bodyPr/>
        <a:lstStyle/>
        <a:p>
          <a:endParaRPr lang="ru-RU"/>
        </a:p>
      </dgm:t>
    </dgm:pt>
    <dgm:pt modelId="{0C5315C5-C437-42DF-939A-4C8E861AB4E1}" type="sibTrans" cxnId="{0F76E8F9-DD1D-4FF9-9924-E21FA3D82DC7}">
      <dgm:prSet/>
      <dgm:spPr/>
      <dgm:t>
        <a:bodyPr/>
        <a:lstStyle/>
        <a:p>
          <a:endParaRPr lang="ru-RU"/>
        </a:p>
      </dgm:t>
    </dgm:pt>
    <dgm:pt modelId="{3079D655-6ABE-4F0E-9622-7BA7F7831AA2}">
      <dgm:prSet phldrT="[Текст]"/>
      <dgm:spPr/>
      <dgm:t>
        <a:bodyPr/>
        <a:lstStyle/>
        <a:p>
          <a:r>
            <a:rPr lang="ru-RU" dirty="0" smtClean="0"/>
            <a:t>Метод релаксации</a:t>
          </a:r>
          <a:endParaRPr lang="ru-RU" dirty="0"/>
        </a:p>
      </dgm:t>
    </dgm:pt>
    <dgm:pt modelId="{8FF7ABEE-F645-4F2B-B70E-3F5A8F4D3567}" type="parTrans" cxnId="{865B0473-CEF1-4197-A207-730CEEBE2C5E}">
      <dgm:prSet/>
      <dgm:spPr/>
      <dgm:t>
        <a:bodyPr/>
        <a:lstStyle/>
        <a:p>
          <a:endParaRPr lang="ru-RU"/>
        </a:p>
      </dgm:t>
    </dgm:pt>
    <dgm:pt modelId="{95BE73C8-E589-4692-81AC-C7D2557724E1}" type="sibTrans" cxnId="{865B0473-CEF1-4197-A207-730CEEBE2C5E}">
      <dgm:prSet/>
      <dgm:spPr/>
      <dgm:t>
        <a:bodyPr/>
        <a:lstStyle/>
        <a:p>
          <a:endParaRPr lang="ru-RU"/>
        </a:p>
      </dgm:t>
    </dgm:pt>
    <dgm:pt modelId="{B8F25A03-3885-4D52-BD65-67FA93120610}">
      <dgm:prSet phldrT="[Текст]"/>
      <dgm:spPr/>
      <dgm:t>
        <a:bodyPr/>
        <a:lstStyle/>
        <a:p>
          <a:r>
            <a:rPr lang="ru-RU" smtClean="0"/>
            <a:t>Метод </a:t>
          </a:r>
          <a:r>
            <a:rPr lang="ru-RU" dirty="0" smtClean="0"/>
            <a:t>сопряженных градиентов</a:t>
          </a:r>
          <a:endParaRPr lang="ru-RU" dirty="0"/>
        </a:p>
      </dgm:t>
    </dgm:pt>
    <dgm:pt modelId="{F50D1FE8-D820-4CFE-BC18-506F74CDCC03}" type="parTrans" cxnId="{3BC8E351-B959-434B-A427-7BA2383AD77E}">
      <dgm:prSet/>
      <dgm:spPr/>
      <dgm:t>
        <a:bodyPr/>
        <a:lstStyle/>
        <a:p>
          <a:endParaRPr lang="ru-RU"/>
        </a:p>
      </dgm:t>
    </dgm:pt>
    <dgm:pt modelId="{E0AA95DB-4AD9-43E5-9432-85C4394C7F3A}" type="sibTrans" cxnId="{3BC8E351-B959-434B-A427-7BA2383AD77E}">
      <dgm:prSet/>
      <dgm:spPr/>
      <dgm:t>
        <a:bodyPr/>
        <a:lstStyle/>
        <a:p>
          <a:endParaRPr lang="ru-RU"/>
        </a:p>
      </dgm:t>
    </dgm:pt>
    <dgm:pt modelId="{DFE5B39D-C81B-4ED5-BA96-DC89FB5FA716}" type="pres">
      <dgm:prSet presAssocID="{3753887C-D781-49AE-B09A-8C716E53B01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CA0B4A8A-A989-4DBB-BCAA-7EC89EE14A16}" type="pres">
      <dgm:prSet presAssocID="{DB514D12-E5C3-4167-9B32-CD7966E3E66E}" presName="hierRoot1" presStyleCnt="0">
        <dgm:presLayoutVars>
          <dgm:hierBranch val="init"/>
        </dgm:presLayoutVars>
      </dgm:prSet>
      <dgm:spPr/>
    </dgm:pt>
    <dgm:pt modelId="{DC5425A7-D36E-4CBB-85F8-6A6C4ADBF1CB}" type="pres">
      <dgm:prSet presAssocID="{DB514D12-E5C3-4167-9B32-CD7966E3E66E}" presName="rootComposite1" presStyleCnt="0"/>
      <dgm:spPr/>
    </dgm:pt>
    <dgm:pt modelId="{FEAA5043-847F-48A8-8E90-F504AE58E43F}" type="pres">
      <dgm:prSet presAssocID="{DB514D12-E5C3-4167-9B32-CD7966E3E66E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7D7FF68-F430-44F7-B6C0-C9DA91DE8857}" type="pres">
      <dgm:prSet presAssocID="{DB514D12-E5C3-4167-9B32-CD7966E3E66E}" presName="rootConnector1" presStyleLbl="node1" presStyleIdx="0" presStyleCnt="0"/>
      <dgm:spPr/>
      <dgm:t>
        <a:bodyPr/>
        <a:lstStyle/>
        <a:p>
          <a:endParaRPr lang="ru-RU"/>
        </a:p>
      </dgm:t>
    </dgm:pt>
    <dgm:pt modelId="{E81A57ED-44CC-4DC9-A09E-9A6EDFAB0F1F}" type="pres">
      <dgm:prSet presAssocID="{DB514D12-E5C3-4167-9B32-CD7966E3E66E}" presName="hierChild2" presStyleCnt="0"/>
      <dgm:spPr/>
    </dgm:pt>
    <dgm:pt modelId="{493FB3FC-F653-4B3F-AFE6-4BF971DFB576}" type="pres">
      <dgm:prSet presAssocID="{69202684-D14E-4E34-9596-9684A9FAD34F}" presName="Name37" presStyleLbl="parChTrans1D2" presStyleIdx="0" presStyleCnt="2"/>
      <dgm:spPr/>
      <dgm:t>
        <a:bodyPr/>
        <a:lstStyle/>
        <a:p>
          <a:endParaRPr lang="ru-RU"/>
        </a:p>
      </dgm:t>
    </dgm:pt>
    <dgm:pt modelId="{0E48559A-9264-4041-A192-DDAFBEFAFD09}" type="pres">
      <dgm:prSet presAssocID="{16855CE2-B7C7-4FBD-946B-31598C09BF8D}" presName="hierRoot2" presStyleCnt="0">
        <dgm:presLayoutVars>
          <dgm:hierBranch val="init"/>
        </dgm:presLayoutVars>
      </dgm:prSet>
      <dgm:spPr/>
    </dgm:pt>
    <dgm:pt modelId="{27C135B0-42A1-4FC2-A3ED-4B8A54853FD5}" type="pres">
      <dgm:prSet presAssocID="{16855CE2-B7C7-4FBD-946B-31598C09BF8D}" presName="rootComposite" presStyleCnt="0"/>
      <dgm:spPr/>
    </dgm:pt>
    <dgm:pt modelId="{93D6C5AA-82EC-4BDE-A18E-E94F5C5F6F86}" type="pres">
      <dgm:prSet presAssocID="{16855CE2-B7C7-4FBD-946B-31598C09BF8D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41EA4BE-B2B9-43C7-8A62-7F8940387A56}" type="pres">
      <dgm:prSet presAssocID="{16855CE2-B7C7-4FBD-946B-31598C09BF8D}" presName="rootConnector" presStyleLbl="node2" presStyleIdx="0" presStyleCnt="2"/>
      <dgm:spPr/>
      <dgm:t>
        <a:bodyPr/>
        <a:lstStyle/>
        <a:p>
          <a:endParaRPr lang="ru-RU"/>
        </a:p>
      </dgm:t>
    </dgm:pt>
    <dgm:pt modelId="{E29E3A34-BAD2-4A87-A0AF-61ACA2D03D32}" type="pres">
      <dgm:prSet presAssocID="{16855CE2-B7C7-4FBD-946B-31598C09BF8D}" presName="hierChild4" presStyleCnt="0"/>
      <dgm:spPr/>
    </dgm:pt>
    <dgm:pt modelId="{2DEB470D-6D23-4AB7-A818-6BA168F45569}" type="pres">
      <dgm:prSet presAssocID="{64BAC913-578B-44B0-BD19-0A38D0A9D526}" presName="Name37" presStyleLbl="parChTrans1D3" presStyleIdx="0" presStyleCnt="6"/>
      <dgm:spPr/>
      <dgm:t>
        <a:bodyPr/>
        <a:lstStyle/>
        <a:p>
          <a:endParaRPr lang="ru-RU"/>
        </a:p>
      </dgm:t>
    </dgm:pt>
    <dgm:pt modelId="{73CD9951-B474-4864-892F-FFAC2A4B020D}" type="pres">
      <dgm:prSet presAssocID="{B3389C8A-68A0-44F3-88BB-38987BB854F3}" presName="hierRoot2" presStyleCnt="0">
        <dgm:presLayoutVars>
          <dgm:hierBranch val="init"/>
        </dgm:presLayoutVars>
      </dgm:prSet>
      <dgm:spPr/>
    </dgm:pt>
    <dgm:pt modelId="{189DE905-760B-4A5B-900F-60DDA2A4625F}" type="pres">
      <dgm:prSet presAssocID="{B3389C8A-68A0-44F3-88BB-38987BB854F3}" presName="rootComposite" presStyleCnt="0"/>
      <dgm:spPr/>
    </dgm:pt>
    <dgm:pt modelId="{6B5ABA92-E4F9-4772-8C2A-317F65059212}" type="pres">
      <dgm:prSet presAssocID="{B3389C8A-68A0-44F3-88BB-38987BB854F3}" presName="rootText" presStyleLbl="node3" presStyleIdx="0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935A9D9-92D6-4E92-A6DA-2C7FE4CE954A}" type="pres">
      <dgm:prSet presAssocID="{B3389C8A-68A0-44F3-88BB-38987BB854F3}" presName="rootConnector" presStyleLbl="node3" presStyleIdx="0" presStyleCnt="6"/>
      <dgm:spPr/>
      <dgm:t>
        <a:bodyPr/>
        <a:lstStyle/>
        <a:p>
          <a:endParaRPr lang="ru-RU"/>
        </a:p>
      </dgm:t>
    </dgm:pt>
    <dgm:pt modelId="{904EC313-CA1D-454F-9269-CEB6BA7B4DB2}" type="pres">
      <dgm:prSet presAssocID="{B3389C8A-68A0-44F3-88BB-38987BB854F3}" presName="hierChild4" presStyleCnt="0"/>
      <dgm:spPr/>
    </dgm:pt>
    <dgm:pt modelId="{4D403002-51FA-4630-9190-CE3FC60AA971}" type="pres">
      <dgm:prSet presAssocID="{B3389C8A-68A0-44F3-88BB-38987BB854F3}" presName="hierChild5" presStyleCnt="0"/>
      <dgm:spPr/>
    </dgm:pt>
    <dgm:pt modelId="{D204708B-1BE7-4ECE-91B7-587848678AD7}" type="pres">
      <dgm:prSet presAssocID="{9F233028-52E4-424A-9D6E-D974E14BBFA2}" presName="Name37" presStyleLbl="parChTrans1D3" presStyleIdx="1" presStyleCnt="6"/>
      <dgm:spPr/>
      <dgm:t>
        <a:bodyPr/>
        <a:lstStyle/>
        <a:p>
          <a:endParaRPr lang="ru-RU"/>
        </a:p>
      </dgm:t>
    </dgm:pt>
    <dgm:pt modelId="{24EB325F-C590-4D35-899B-DE12BB09706F}" type="pres">
      <dgm:prSet presAssocID="{974665EF-43EA-48F6-AEB0-B3C0D1F780F2}" presName="hierRoot2" presStyleCnt="0">
        <dgm:presLayoutVars>
          <dgm:hierBranch val="init"/>
        </dgm:presLayoutVars>
      </dgm:prSet>
      <dgm:spPr/>
    </dgm:pt>
    <dgm:pt modelId="{1C069920-85F6-4AE5-AA1A-46D563818123}" type="pres">
      <dgm:prSet presAssocID="{974665EF-43EA-48F6-AEB0-B3C0D1F780F2}" presName="rootComposite" presStyleCnt="0"/>
      <dgm:spPr/>
    </dgm:pt>
    <dgm:pt modelId="{58FF550B-188B-4D60-A373-95C693AE753C}" type="pres">
      <dgm:prSet presAssocID="{974665EF-43EA-48F6-AEB0-B3C0D1F780F2}" presName="rootText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86D7E3C-A1A5-434F-B36E-9110F2DA9452}" type="pres">
      <dgm:prSet presAssocID="{974665EF-43EA-48F6-AEB0-B3C0D1F780F2}" presName="rootConnector" presStyleLbl="node3" presStyleIdx="1" presStyleCnt="6"/>
      <dgm:spPr/>
      <dgm:t>
        <a:bodyPr/>
        <a:lstStyle/>
        <a:p>
          <a:endParaRPr lang="ru-RU"/>
        </a:p>
      </dgm:t>
    </dgm:pt>
    <dgm:pt modelId="{DF703DD6-A249-45AE-A658-1EC2DCB8588F}" type="pres">
      <dgm:prSet presAssocID="{974665EF-43EA-48F6-AEB0-B3C0D1F780F2}" presName="hierChild4" presStyleCnt="0"/>
      <dgm:spPr/>
    </dgm:pt>
    <dgm:pt modelId="{39EB9C76-B364-426C-B0B1-4BA3FD2E47E6}" type="pres">
      <dgm:prSet presAssocID="{974665EF-43EA-48F6-AEB0-B3C0D1F780F2}" presName="hierChild5" presStyleCnt="0"/>
      <dgm:spPr/>
    </dgm:pt>
    <dgm:pt modelId="{19499BD6-0594-4286-9131-64AE68EBACA1}" type="pres">
      <dgm:prSet presAssocID="{16855CE2-B7C7-4FBD-946B-31598C09BF8D}" presName="hierChild5" presStyleCnt="0"/>
      <dgm:spPr/>
    </dgm:pt>
    <dgm:pt modelId="{FECFAA88-0A7C-4EE6-BE5C-61E6F55952B5}" type="pres">
      <dgm:prSet presAssocID="{8910402B-D860-4CCF-AAC0-501FE8C01930}" presName="Name37" presStyleLbl="parChTrans1D2" presStyleIdx="1" presStyleCnt="2"/>
      <dgm:spPr/>
      <dgm:t>
        <a:bodyPr/>
        <a:lstStyle/>
        <a:p>
          <a:endParaRPr lang="ru-RU"/>
        </a:p>
      </dgm:t>
    </dgm:pt>
    <dgm:pt modelId="{6DC5913E-0182-4C4A-B47A-44251CCB114B}" type="pres">
      <dgm:prSet presAssocID="{EA64C1A1-5F0D-418F-BBD9-320D52D40766}" presName="hierRoot2" presStyleCnt="0">
        <dgm:presLayoutVars>
          <dgm:hierBranch val="init"/>
        </dgm:presLayoutVars>
      </dgm:prSet>
      <dgm:spPr/>
    </dgm:pt>
    <dgm:pt modelId="{2D03BFF3-B775-4292-9AA3-D93D0E43F094}" type="pres">
      <dgm:prSet presAssocID="{EA64C1A1-5F0D-418F-BBD9-320D52D40766}" presName="rootComposite" presStyleCnt="0"/>
      <dgm:spPr/>
    </dgm:pt>
    <dgm:pt modelId="{B5F3A27C-BE92-4213-98A3-523547AC7268}" type="pres">
      <dgm:prSet presAssocID="{EA64C1A1-5F0D-418F-BBD9-320D52D40766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31F5652-39D1-4E64-8F3F-D0BE1756E9CD}" type="pres">
      <dgm:prSet presAssocID="{EA64C1A1-5F0D-418F-BBD9-320D52D40766}" presName="rootConnector" presStyleLbl="node2" presStyleIdx="1" presStyleCnt="2"/>
      <dgm:spPr/>
      <dgm:t>
        <a:bodyPr/>
        <a:lstStyle/>
        <a:p>
          <a:endParaRPr lang="ru-RU"/>
        </a:p>
      </dgm:t>
    </dgm:pt>
    <dgm:pt modelId="{B917F701-E1A1-40C2-886E-8FCE757AC206}" type="pres">
      <dgm:prSet presAssocID="{EA64C1A1-5F0D-418F-BBD9-320D52D40766}" presName="hierChild4" presStyleCnt="0"/>
      <dgm:spPr/>
    </dgm:pt>
    <dgm:pt modelId="{2B647332-325A-4F12-896E-657746E58700}" type="pres">
      <dgm:prSet presAssocID="{62511755-4515-49E0-BA64-F3ABE321FFAC}" presName="Name37" presStyleLbl="parChTrans1D3" presStyleIdx="2" presStyleCnt="6"/>
      <dgm:spPr/>
      <dgm:t>
        <a:bodyPr/>
        <a:lstStyle/>
        <a:p>
          <a:endParaRPr lang="ru-RU"/>
        </a:p>
      </dgm:t>
    </dgm:pt>
    <dgm:pt modelId="{838A80B8-48F7-41E8-A73D-B91FA07314B9}" type="pres">
      <dgm:prSet presAssocID="{C592B6FA-E166-4EB6-8317-7CAE38E8887D}" presName="hierRoot2" presStyleCnt="0">
        <dgm:presLayoutVars>
          <dgm:hierBranch val="init"/>
        </dgm:presLayoutVars>
      </dgm:prSet>
      <dgm:spPr/>
    </dgm:pt>
    <dgm:pt modelId="{49D08FEC-FD8F-4394-A388-E96DB6CFE5D0}" type="pres">
      <dgm:prSet presAssocID="{C592B6FA-E166-4EB6-8317-7CAE38E8887D}" presName="rootComposite" presStyleCnt="0"/>
      <dgm:spPr/>
    </dgm:pt>
    <dgm:pt modelId="{A262535C-48BC-483E-AFA8-CAF8871AFA32}" type="pres">
      <dgm:prSet presAssocID="{C592B6FA-E166-4EB6-8317-7CAE38E8887D}" presName="rootText" presStyleLbl="node3" presStyleIdx="2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2998749-1195-4367-948A-275360B7D2A0}" type="pres">
      <dgm:prSet presAssocID="{C592B6FA-E166-4EB6-8317-7CAE38E8887D}" presName="rootConnector" presStyleLbl="node3" presStyleIdx="2" presStyleCnt="6"/>
      <dgm:spPr/>
      <dgm:t>
        <a:bodyPr/>
        <a:lstStyle/>
        <a:p>
          <a:endParaRPr lang="ru-RU"/>
        </a:p>
      </dgm:t>
    </dgm:pt>
    <dgm:pt modelId="{895EA3B2-0294-4BD1-878D-092DE480A643}" type="pres">
      <dgm:prSet presAssocID="{C592B6FA-E166-4EB6-8317-7CAE38E8887D}" presName="hierChild4" presStyleCnt="0"/>
      <dgm:spPr/>
    </dgm:pt>
    <dgm:pt modelId="{EAE73830-E83A-4065-A754-482C78EE95F1}" type="pres">
      <dgm:prSet presAssocID="{C592B6FA-E166-4EB6-8317-7CAE38E8887D}" presName="hierChild5" presStyleCnt="0"/>
      <dgm:spPr/>
    </dgm:pt>
    <dgm:pt modelId="{08924510-EFC6-4F14-9152-5CC285B63374}" type="pres">
      <dgm:prSet presAssocID="{31E6BD0C-BAAF-476C-ABB4-4BD85BF701F7}" presName="Name37" presStyleLbl="parChTrans1D3" presStyleIdx="3" presStyleCnt="6"/>
      <dgm:spPr/>
      <dgm:t>
        <a:bodyPr/>
        <a:lstStyle/>
        <a:p>
          <a:endParaRPr lang="ru-RU"/>
        </a:p>
      </dgm:t>
    </dgm:pt>
    <dgm:pt modelId="{5318ACDE-2EF0-4DE1-88DA-32717A128703}" type="pres">
      <dgm:prSet presAssocID="{E4627493-867D-4A93-AD07-10B866466986}" presName="hierRoot2" presStyleCnt="0">
        <dgm:presLayoutVars>
          <dgm:hierBranch val="init"/>
        </dgm:presLayoutVars>
      </dgm:prSet>
      <dgm:spPr/>
    </dgm:pt>
    <dgm:pt modelId="{53D647B5-CC91-4846-9ACD-C80FCA15D1D0}" type="pres">
      <dgm:prSet presAssocID="{E4627493-867D-4A93-AD07-10B866466986}" presName="rootComposite" presStyleCnt="0"/>
      <dgm:spPr/>
    </dgm:pt>
    <dgm:pt modelId="{EC05EF04-3985-4BE0-AE45-C6B43E469227}" type="pres">
      <dgm:prSet presAssocID="{E4627493-867D-4A93-AD07-10B866466986}" presName="rootText" presStyleLbl="node3" presStyleIdx="3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80E624E-3EEB-4E12-9695-FF3A97F88EE5}" type="pres">
      <dgm:prSet presAssocID="{E4627493-867D-4A93-AD07-10B866466986}" presName="rootConnector" presStyleLbl="node3" presStyleIdx="3" presStyleCnt="6"/>
      <dgm:spPr/>
      <dgm:t>
        <a:bodyPr/>
        <a:lstStyle/>
        <a:p>
          <a:endParaRPr lang="ru-RU"/>
        </a:p>
      </dgm:t>
    </dgm:pt>
    <dgm:pt modelId="{0512DE45-B9B6-4C07-8C98-48DEE4BE65BA}" type="pres">
      <dgm:prSet presAssocID="{E4627493-867D-4A93-AD07-10B866466986}" presName="hierChild4" presStyleCnt="0"/>
      <dgm:spPr/>
    </dgm:pt>
    <dgm:pt modelId="{9CFE57EE-1029-4460-93E5-A20A858BAB24}" type="pres">
      <dgm:prSet presAssocID="{E4627493-867D-4A93-AD07-10B866466986}" presName="hierChild5" presStyleCnt="0"/>
      <dgm:spPr/>
    </dgm:pt>
    <dgm:pt modelId="{2E8C12B2-23BD-418A-AD23-5B488F077281}" type="pres">
      <dgm:prSet presAssocID="{8FF7ABEE-F645-4F2B-B70E-3F5A8F4D3567}" presName="Name37" presStyleLbl="parChTrans1D3" presStyleIdx="4" presStyleCnt="6"/>
      <dgm:spPr/>
      <dgm:t>
        <a:bodyPr/>
        <a:lstStyle/>
        <a:p>
          <a:endParaRPr lang="ru-RU"/>
        </a:p>
      </dgm:t>
    </dgm:pt>
    <dgm:pt modelId="{E28CDB30-37A8-4226-A2E8-F78CD575376D}" type="pres">
      <dgm:prSet presAssocID="{3079D655-6ABE-4F0E-9622-7BA7F7831AA2}" presName="hierRoot2" presStyleCnt="0">
        <dgm:presLayoutVars>
          <dgm:hierBranch val="init"/>
        </dgm:presLayoutVars>
      </dgm:prSet>
      <dgm:spPr/>
    </dgm:pt>
    <dgm:pt modelId="{D11CD395-2D1A-49FD-8A52-1E89AB180A23}" type="pres">
      <dgm:prSet presAssocID="{3079D655-6ABE-4F0E-9622-7BA7F7831AA2}" presName="rootComposite" presStyleCnt="0"/>
      <dgm:spPr/>
    </dgm:pt>
    <dgm:pt modelId="{402150D6-3B5F-44F7-AA9A-6C2F9844F4A3}" type="pres">
      <dgm:prSet presAssocID="{3079D655-6ABE-4F0E-9622-7BA7F7831AA2}" presName="rootText" presStyleLbl="node3" presStyleIdx="4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C1984B5-C2E8-49D0-9062-CE2A12DD2B7C}" type="pres">
      <dgm:prSet presAssocID="{3079D655-6ABE-4F0E-9622-7BA7F7831AA2}" presName="rootConnector" presStyleLbl="node3" presStyleIdx="4" presStyleCnt="6"/>
      <dgm:spPr/>
      <dgm:t>
        <a:bodyPr/>
        <a:lstStyle/>
        <a:p>
          <a:endParaRPr lang="ru-RU"/>
        </a:p>
      </dgm:t>
    </dgm:pt>
    <dgm:pt modelId="{085628E3-C699-414F-8BB4-1FA822274132}" type="pres">
      <dgm:prSet presAssocID="{3079D655-6ABE-4F0E-9622-7BA7F7831AA2}" presName="hierChild4" presStyleCnt="0"/>
      <dgm:spPr/>
    </dgm:pt>
    <dgm:pt modelId="{CD9F1618-30EC-4E31-AE88-7C9D6B57E150}" type="pres">
      <dgm:prSet presAssocID="{3079D655-6ABE-4F0E-9622-7BA7F7831AA2}" presName="hierChild5" presStyleCnt="0"/>
      <dgm:spPr/>
    </dgm:pt>
    <dgm:pt modelId="{1C12D6B5-DA30-4454-A75F-3FBD3187DF10}" type="pres">
      <dgm:prSet presAssocID="{F50D1FE8-D820-4CFE-BC18-506F74CDCC03}" presName="Name37" presStyleLbl="parChTrans1D3" presStyleIdx="5" presStyleCnt="6"/>
      <dgm:spPr/>
      <dgm:t>
        <a:bodyPr/>
        <a:lstStyle/>
        <a:p>
          <a:endParaRPr lang="ru-RU"/>
        </a:p>
      </dgm:t>
    </dgm:pt>
    <dgm:pt modelId="{DE84121E-42BF-4D20-999B-AFC42CB184EF}" type="pres">
      <dgm:prSet presAssocID="{B8F25A03-3885-4D52-BD65-67FA93120610}" presName="hierRoot2" presStyleCnt="0">
        <dgm:presLayoutVars>
          <dgm:hierBranch val="init"/>
        </dgm:presLayoutVars>
      </dgm:prSet>
      <dgm:spPr/>
    </dgm:pt>
    <dgm:pt modelId="{5A95AE36-0464-4694-9C7F-A862BC88A900}" type="pres">
      <dgm:prSet presAssocID="{B8F25A03-3885-4D52-BD65-67FA93120610}" presName="rootComposite" presStyleCnt="0"/>
      <dgm:spPr/>
    </dgm:pt>
    <dgm:pt modelId="{5FDBF06D-095E-49D9-AADA-9D69E3D431E5}" type="pres">
      <dgm:prSet presAssocID="{B8F25A03-3885-4D52-BD65-67FA93120610}" presName="rootText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B0A9C57-504B-4C58-A62D-DD7C707DD16B}" type="pres">
      <dgm:prSet presAssocID="{B8F25A03-3885-4D52-BD65-67FA93120610}" presName="rootConnector" presStyleLbl="node3" presStyleIdx="5" presStyleCnt="6"/>
      <dgm:spPr/>
      <dgm:t>
        <a:bodyPr/>
        <a:lstStyle/>
        <a:p>
          <a:endParaRPr lang="ru-RU"/>
        </a:p>
      </dgm:t>
    </dgm:pt>
    <dgm:pt modelId="{6C7201B8-BD9C-423C-A406-CC38FF00F21D}" type="pres">
      <dgm:prSet presAssocID="{B8F25A03-3885-4D52-BD65-67FA93120610}" presName="hierChild4" presStyleCnt="0"/>
      <dgm:spPr/>
    </dgm:pt>
    <dgm:pt modelId="{D0993473-9A9E-488E-A7C7-97EA40E9D701}" type="pres">
      <dgm:prSet presAssocID="{B8F25A03-3885-4D52-BD65-67FA93120610}" presName="hierChild5" presStyleCnt="0"/>
      <dgm:spPr/>
    </dgm:pt>
    <dgm:pt modelId="{D2C40D4E-3B70-4391-81E2-F54EC936134A}" type="pres">
      <dgm:prSet presAssocID="{EA64C1A1-5F0D-418F-BBD9-320D52D40766}" presName="hierChild5" presStyleCnt="0"/>
      <dgm:spPr/>
    </dgm:pt>
    <dgm:pt modelId="{FAE80C0B-2213-4335-9FD7-26C07815C2C5}" type="pres">
      <dgm:prSet presAssocID="{DB514D12-E5C3-4167-9B32-CD7966E3E66E}" presName="hierChild3" presStyleCnt="0"/>
      <dgm:spPr/>
    </dgm:pt>
  </dgm:ptLst>
  <dgm:cxnLst>
    <dgm:cxn modelId="{D715DCD9-A05B-4708-AECA-7B3D491B31D9}" type="presOf" srcId="{16855CE2-B7C7-4FBD-946B-31598C09BF8D}" destId="{93D6C5AA-82EC-4BDE-A18E-E94F5C5F6F86}" srcOrd="0" destOrd="0" presId="urn:microsoft.com/office/officeart/2005/8/layout/orgChart1"/>
    <dgm:cxn modelId="{57A7D60B-A186-44EB-B072-6B65CC6FC125}" type="presOf" srcId="{31E6BD0C-BAAF-476C-ABB4-4BD85BF701F7}" destId="{08924510-EFC6-4F14-9152-5CC285B63374}" srcOrd="0" destOrd="0" presId="urn:microsoft.com/office/officeart/2005/8/layout/orgChart1"/>
    <dgm:cxn modelId="{9BCC6892-4163-4AD4-AD5D-D0C6518BF6C1}" srcId="{16855CE2-B7C7-4FBD-946B-31598C09BF8D}" destId="{B3389C8A-68A0-44F3-88BB-38987BB854F3}" srcOrd="0" destOrd="0" parTransId="{64BAC913-578B-44B0-BD19-0A38D0A9D526}" sibTransId="{1E79A902-3CBF-4634-872C-F3DA1054AD1D}"/>
    <dgm:cxn modelId="{71163149-24CD-41EA-8D42-D5B3ABC03A9D}" type="presOf" srcId="{EA64C1A1-5F0D-418F-BBD9-320D52D40766}" destId="{531F5652-39D1-4E64-8F3F-D0BE1756E9CD}" srcOrd="1" destOrd="0" presId="urn:microsoft.com/office/officeart/2005/8/layout/orgChart1"/>
    <dgm:cxn modelId="{2C9FD9A6-F152-4828-A810-5818DF825AB4}" type="presOf" srcId="{974665EF-43EA-48F6-AEB0-B3C0D1F780F2}" destId="{786D7E3C-A1A5-434F-B36E-9110F2DA9452}" srcOrd="1" destOrd="0" presId="urn:microsoft.com/office/officeart/2005/8/layout/orgChart1"/>
    <dgm:cxn modelId="{B6D64AEF-1140-40B6-841D-51CB1E2487E9}" type="presOf" srcId="{E4627493-867D-4A93-AD07-10B866466986}" destId="{EC05EF04-3985-4BE0-AE45-C6B43E469227}" srcOrd="0" destOrd="0" presId="urn:microsoft.com/office/officeart/2005/8/layout/orgChart1"/>
    <dgm:cxn modelId="{E980E730-6907-4A89-9D42-2391327B0549}" type="presOf" srcId="{EA64C1A1-5F0D-418F-BBD9-320D52D40766}" destId="{B5F3A27C-BE92-4213-98A3-523547AC7268}" srcOrd="0" destOrd="0" presId="urn:microsoft.com/office/officeart/2005/8/layout/orgChart1"/>
    <dgm:cxn modelId="{5FA15D8F-F2AE-4D47-AC7B-AE4CC5AF8340}" type="presOf" srcId="{B3389C8A-68A0-44F3-88BB-38987BB854F3}" destId="{6B5ABA92-E4F9-4772-8C2A-317F65059212}" srcOrd="0" destOrd="0" presId="urn:microsoft.com/office/officeart/2005/8/layout/orgChart1"/>
    <dgm:cxn modelId="{D54C61AC-06FE-48C4-85E7-C27B1D0853E8}" type="presOf" srcId="{64BAC913-578B-44B0-BD19-0A38D0A9D526}" destId="{2DEB470D-6D23-4AB7-A818-6BA168F45569}" srcOrd="0" destOrd="0" presId="urn:microsoft.com/office/officeart/2005/8/layout/orgChart1"/>
    <dgm:cxn modelId="{1B764C64-02DC-40D9-8E70-AE7CAED0895C}" type="presOf" srcId="{B8F25A03-3885-4D52-BD65-67FA93120610}" destId="{5FDBF06D-095E-49D9-AADA-9D69E3D431E5}" srcOrd="0" destOrd="0" presId="urn:microsoft.com/office/officeart/2005/8/layout/orgChart1"/>
    <dgm:cxn modelId="{32C3223F-EF8E-48DD-93FE-53C5970B1B14}" type="presOf" srcId="{3753887C-D781-49AE-B09A-8C716E53B01F}" destId="{DFE5B39D-C81B-4ED5-BA96-DC89FB5FA716}" srcOrd="0" destOrd="0" presId="urn:microsoft.com/office/officeart/2005/8/layout/orgChart1"/>
    <dgm:cxn modelId="{4596AA8A-EAFE-4F8B-B21D-65041CD88841}" type="presOf" srcId="{DB514D12-E5C3-4167-9B32-CD7966E3E66E}" destId="{FEAA5043-847F-48A8-8E90-F504AE58E43F}" srcOrd="0" destOrd="0" presId="urn:microsoft.com/office/officeart/2005/8/layout/orgChart1"/>
    <dgm:cxn modelId="{91B0E6C9-1DBC-4BF9-B85E-FCCED5FC5A51}" srcId="{DB514D12-E5C3-4167-9B32-CD7966E3E66E}" destId="{EA64C1A1-5F0D-418F-BBD9-320D52D40766}" srcOrd="1" destOrd="0" parTransId="{8910402B-D860-4CCF-AAC0-501FE8C01930}" sibTransId="{20DC4E26-5125-4B7A-AB85-97D1A35160A0}"/>
    <dgm:cxn modelId="{3BC8E351-B959-434B-A427-7BA2383AD77E}" srcId="{EA64C1A1-5F0D-418F-BBD9-320D52D40766}" destId="{B8F25A03-3885-4D52-BD65-67FA93120610}" srcOrd="3" destOrd="0" parTransId="{F50D1FE8-D820-4CFE-BC18-506F74CDCC03}" sibTransId="{E0AA95DB-4AD9-43E5-9432-85C4394C7F3A}"/>
    <dgm:cxn modelId="{6A62CF5D-4278-4813-88A2-C63CABA85412}" type="presOf" srcId="{3079D655-6ABE-4F0E-9622-7BA7F7831AA2}" destId="{402150D6-3B5F-44F7-AA9A-6C2F9844F4A3}" srcOrd="0" destOrd="0" presId="urn:microsoft.com/office/officeart/2005/8/layout/orgChart1"/>
    <dgm:cxn modelId="{321FF7C0-B882-4951-9D2A-975A46C87786}" type="presOf" srcId="{8910402B-D860-4CCF-AAC0-501FE8C01930}" destId="{FECFAA88-0A7C-4EE6-BE5C-61E6F55952B5}" srcOrd="0" destOrd="0" presId="urn:microsoft.com/office/officeart/2005/8/layout/orgChart1"/>
    <dgm:cxn modelId="{242E2264-6E8B-4118-8253-C7098A8F806E}" type="presOf" srcId="{16855CE2-B7C7-4FBD-946B-31598C09BF8D}" destId="{041EA4BE-B2B9-43C7-8A62-7F8940387A56}" srcOrd="1" destOrd="0" presId="urn:microsoft.com/office/officeart/2005/8/layout/orgChart1"/>
    <dgm:cxn modelId="{DDECC611-A556-4C25-93F9-D778860206EF}" srcId="{EA64C1A1-5F0D-418F-BBD9-320D52D40766}" destId="{C592B6FA-E166-4EB6-8317-7CAE38E8887D}" srcOrd="0" destOrd="0" parTransId="{62511755-4515-49E0-BA64-F3ABE321FFAC}" sibTransId="{A11F9EBA-22D7-41F3-814B-6E487FA12750}"/>
    <dgm:cxn modelId="{00F7B451-7276-43C7-AD57-9333F1965337}" type="presOf" srcId="{F50D1FE8-D820-4CFE-BC18-506F74CDCC03}" destId="{1C12D6B5-DA30-4454-A75F-3FBD3187DF10}" srcOrd="0" destOrd="0" presId="urn:microsoft.com/office/officeart/2005/8/layout/orgChart1"/>
    <dgm:cxn modelId="{95EBF5C2-C6AA-4E10-BB25-BE15044C63D1}" type="presOf" srcId="{8FF7ABEE-F645-4F2B-B70E-3F5A8F4D3567}" destId="{2E8C12B2-23BD-418A-AD23-5B488F077281}" srcOrd="0" destOrd="0" presId="urn:microsoft.com/office/officeart/2005/8/layout/orgChart1"/>
    <dgm:cxn modelId="{8F12190C-6AA4-4547-B5B3-AA4AA5FE7499}" srcId="{16855CE2-B7C7-4FBD-946B-31598C09BF8D}" destId="{974665EF-43EA-48F6-AEB0-B3C0D1F780F2}" srcOrd="1" destOrd="0" parTransId="{9F233028-52E4-424A-9D6E-D974E14BBFA2}" sibTransId="{596AAD5D-8AAE-4AF8-B5EB-61807A127A5F}"/>
    <dgm:cxn modelId="{8B4F2BE4-01CD-4D7F-9892-89A01DAC5802}" srcId="{3753887C-D781-49AE-B09A-8C716E53B01F}" destId="{DB514D12-E5C3-4167-9B32-CD7966E3E66E}" srcOrd="0" destOrd="0" parTransId="{2E174252-D943-47C5-8ACC-13B3B9C07FAE}" sibTransId="{A8BCAEDE-4001-40CF-BDF5-AC8EF6AA52E5}"/>
    <dgm:cxn modelId="{B5D28BAA-6794-4528-B0CF-847D855016B0}" type="presOf" srcId="{974665EF-43EA-48F6-AEB0-B3C0D1F780F2}" destId="{58FF550B-188B-4D60-A373-95C693AE753C}" srcOrd="0" destOrd="0" presId="urn:microsoft.com/office/officeart/2005/8/layout/orgChart1"/>
    <dgm:cxn modelId="{9FC66604-BF01-46B7-97CF-2A3E2F1F09AC}" type="presOf" srcId="{C592B6FA-E166-4EB6-8317-7CAE38E8887D}" destId="{52998749-1195-4367-948A-275360B7D2A0}" srcOrd="1" destOrd="0" presId="urn:microsoft.com/office/officeart/2005/8/layout/orgChart1"/>
    <dgm:cxn modelId="{E81F9C6C-5884-46B5-A92E-33D49DBC1B60}" type="presOf" srcId="{C592B6FA-E166-4EB6-8317-7CAE38E8887D}" destId="{A262535C-48BC-483E-AFA8-CAF8871AFA32}" srcOrd="0" destOrd="0" presId="urn:microsoft.com/office/officeart/2005/8/layout/orgChart1"/>
    <dgm:cxn modelId="{71802177-4BA2-4010-8255-88A921450D8E}" type="presOf" srcId="{B8F25A03-3885-4D52-BD65-67FA93120610}" destId="{EB0A9C57-504B-4C58-A62D-DD7C707DD16B}" srcOrd="1" destOrd="0" presId="urn:microsoft.com/office/officeart/2005/8/layout/orgChart1"/>
    <dgm:cxn modelId="{E9985A53-3E8A-4E3D-B683-132738704697}" type="presOf" srcId="{E4627493-867D-4A93-AD07-10B866466986}" destId="{080E624E-3EEB-4E12-9695-FF3A97F88EE5}" srcOrd="1" destOrd="0" presId="urn:microsoft.com/office/officeart/2005/8/layout/orgChart1"/>
    <dgm:cxn modelId="{72FF988D-8AEF-4C4D-BF29-07FC44F1C435}" srcId="{DB514D12-E5C3-4167-9B32-CD7966E3E66E}" destId="{16855CE2-B7C7-4FBD-946B-31598C09BF8D}" srcOrd="0" destOrd="0" parTransId="{69202684-D14E-4E34-9596-9684A9FAD34F}" sibTransId="{B6B737BA-A23F-4602-91A4-490E1DE55B03}"/>
    <dgm:cxn modelId="{9868C81A-4683-4029-B224-57168E3B1B0A}" type="presOf" srcId="{3079D655-6ABE-4F0E-9622-7BA7F7831AA2}" destId="{1C1984B5-C2E8-49D0-9062-CE2A12DD2B7C}" srcOrd="1" destOrd="0" presId="urn:microsoft.com/office/officeart/2005/8/layout/orgChart1"/>
    <dgm:cxn modelId="{F47D21BE-17D3-4066-9CF9-1A8F4DD137CA}" type="presOf" srcId="{B3389C8A-68A0-44F3-88BB-38987BB854F3}" destId="{1935A9D9-92D6-4E92-A6DA-2C7FE4CE954A}" srcOrd="1" destOrd="0" presId="urn:microsoft.com/office/officeart/2005/8/layout/orgChart1"/>
    <dgm:cxn modelId="{F8F599BB-A7FF-4348-929B-2D24E9BA3746}" type="presOf" srcId="{DB514D12-E5C3-4167-9B32-CD7966E3E66E}" destId="{37D7FF68-F430-44F7-B6C0-C9DA91DE8857}" srcOrd="1" destOrd="0" presId="urn:microsoft.com/office/officeart/2005/8/layout/orgChart1"/>
    <dgm:cxn modelId="{0BFD9D51-3DB3-4A04-BE93-08D3CBFBA19E}" type="presOf" srcId="{9F233028-52E4-424A-9D6E-D974E14BBFA2}" destId="{D204708B-1BE7-4ECE-91B7-587848678AD7}" srcOrd="0" destOrd="0" presId="urn:microsoft.com/office/officeart/2005/8/layout/orgChart1"/>
    <dgm:cxn modelId="{0F76E8F9-DD1D-4FF9-9924-E21FA3D82DC7}" srcId="{EA64C1A1-5F0D-418F-BBD9-320D52D40766}" destId="{E4627493-867D-4A93-AD07-10B866466986}" srcOrd="1" destOrd="0" parTransId="{31E6BD0C-BAAF-476C-ABB4-4BD85BF701F7}" sibTransId="{0C5315C5-C437-42DF-939A-4C8E861AB4E1}"/>
    <dgm:cxn modelId="{865B0473-CEF1-4197-A207-730CEEBE2C5E}" srcId="{EA64C1A1-5F0D-418F-BBD9-320D52D40766}" destId="{3079D655-6ABE-4F0E-9622-7BA7F7831AA2}" srcOrd="2" destOrd="0" parTransId="{8FF7ABEE-F645-4F2B-B70E-3F5A8F4D3567}" sibTransId="{95BE73C8-E589-4692-81AC-C7D2557724E1}"/>
    <dgm:cxn modelId="{2D4EDCED-AD4B-4E3A-9A75-E834273CED0A}" type="presOf" srcId="{62511755-4515-49E0-BA64-F3ABE321FFAC}" destId="{2B647332-325A-4F12-896E-657746E58700}" srcOrd="0" destOrd="0" presId="urn:microsoft.com/office/officeart/2005/8/layout/orgChart1"/>
    <dgm:cxn modelId="{1E5709C5-B7DB-4AEB-8BDD-2C6009E3F125}" type="presOf" srcId="{69202684-D14E-4E34-9596-9684A9FAD34F}" destId="{493FB3FC-F653-4B3F-AFE6-4BF971DFB576}" srcOrd="0" destOrd="0" presId="urn:microsoft.com/office/officeart/2005/8/layout/orgChart1"/>
    <dgm:cxn modelId="{D0DE61D2-3BFD-47C9-A657-5C9FF684FB13}" type="presParOf" srcId="{DFE5B39D-C81B-4ED5-BA96-DC89FB5FA716}" destId="{CA0B4A8A-A989-4DBB-BCAA-7EC89EE14A16}" srcOrd="0" destOrd="0" presId="urn:microsoft.com/office/officeart/2005/8/layout/orgChart1"/>
    <dgm:cxn modelId="{AD0C47AC-558C-4724-A323-C109F45C2356}" type="presParOf" srcId="{CA0B4A8A-A989-4DBB-BCAA-7EC89EE14A16}" destId="{DC5425A7-D36E-4CBB-85F8-6A6C4ADBF1CB}" srcOrd="0" destOrd="0" presId="urn:microsoft.com/office/officeart/2005/8/layout/orgChart1"/>
    <dgm:cxn modelId="{3E8440C2-3FF5-404D-9F5A-1ED186D1B00A}" type="presParOf" srcId="{DC5425A7-D36E-4CBB-85F8-6A6C4ADBF1CB}" destId="{FEAA5043-847F-48A8-8E90-F504AE58E43F}" srcOrd="0" destOrd="0" presId="urn:microsoft.com/office/officeart/2005/8/layout/orgChart1"/>
    <dgm:cxn modelId="{DAD82189-5810-4ACC-9FD5-65F6717816BF}" type="presParOf" srcId="{DC5425A7-D36E-4CBB-85F8-6A6C4ADBF1CB}" destId="{37D7FF68-F430-44F7-B6C0-C9DA91DE8857}" srcOrd="1" destOrd="0" presId="urn:microsoft.com/office/officeart/2005/8/layout/orgChart1"/>
    <dgm:cxn modelId="{D06FB210-EC2C-4A83-BC39-43B0FC8DAADF}" type="presParOf" srcId="{CA0B4A8A-A989-4DBB-BCAA-7EC89EE14A16}" destId="{E81A57ED-44CC-4DC9-A09E-9A6EDFAB0F1F}" srcOrd="1" destOrd="0" presId="urn:microsoft.com/office/officeart/2005/8/layout/orgChart1"/>
    <dgm:cxn modelId="{6EE0C73C-FB21-46E2-859B-C1EA4E921BC2}" type="presParOf" srcId="{E81A57ED-44CC-4DC9-A09E-9A6EDFAB0F1F}" destId="{493FB3FC-F653-4B3F-AFE6-4BF971DFB576}" srcOrd="0" destOrd="0" presId="urn:microsoft.com/office/officeart/2005/8/layout/orgChart1"/>
    <dgm:cxn modelId="{F3DEB144-1A9A-4BD5-8222-898878C71567}" type="presParOf" srcId="{E81A57ED-44CC-4DC9-A09E-9A6EDFAB0F1F}" destId="{0E48559A-9264-4041-A192-DDAFBEFAFD09}" srcOrd="1" destOrd="0" presId="urn:microsoft.com/office/officeart/2005/8/layout/orgChart1"/>
    <dgm:cxn modelId="{A397FE5E-652A-4EBF-8ACF-93E6675F5010}" type="presParOf" srcId="{0E48559A-9264-4041-A192-DDAFBEFAFD09}" destId="{27C135B0-42A1-4FC2-A3ED-4B8A54853FD5}" srcOrd="0" destOrd="0" presId="urn:microsoft.com/office/officeart/2005/8/layout/orgChart1"/>
    <dgm:cxn modelId="{D7DF3E68-B2D4-4CBE-A6E7-20FD5AA8F566}" type="presParOf" srcId="{27C135B0-42A1-4FC2-A3ED-4B8A54853FD5}" destId="{93D6C5AA-82EC-4BDE-A18E-E94F5C5F6F86}" srcOrd="0" destOrd="0" presId="urn:microsoft.com/office/officeart/2005/8/layout/orgChart1"/>
    <dgm:cxn modelId="{1AD2CFA5-CC32-458D-B151-343F1FB60759}" type="presParOf" srcId="{27C135B0-42A1-4FC2-A3ED-4B8A54853FD5}" destId="{041EA4BE-B2B9-43C7-8A62-7F8940387A56}" srcOrd="1" destOrd="0" presId="urn:microsoft.com/office/officeart/2005/8/layout/orgChart1"/>
    <dgm:cxn modelId="{8EA04E40-0A18-4CA2-B5A3-678247AEC697}" type="presParOf" srcId="{0E48559A-9264-4041-A192-DDAFBEFAFD09}" destId="{E29E3A34-BAD2-4A87-A0AF-61ACA2D03D32}" srcOrd="1" destOrd="0" presId="urn:microsoft.com/office/officeart/2005/8/layout/orgChart1"/>
    <dgm:cxn modelId="{85E437B5-BB48-429A-B273-D5D97E1A2715}" type="presParOf" srcId="{E29E3A34-BAD2-4A87-A0AF-61ACA2D03D32}" destId="{2DEB470D-6D23-4AB7-A818-6BA168F45569}" srcOrd="0" destOrd="0" presId="urn:microsoft.com/office/officeart/2005/8/layout/orgChart1"/>
    <dgm:cxn modelId="{B29A2CAA-2170-4608-A8EE-BD21FD461F46}" type="presParOf" srcId="{E29E3A34-BAD2-4A87-A0AF-61ACA2D03D32}" destId="{73CD9951-B474-4864-892F-FFAC2A4B020D}" srcOrd="1" destOrd="0" presId="urn:microsoft.com/office/officeart/2005/8/layout/orgChart1"/>
    <dgm:cxn modelId="{8F4CE593-C53C-4684-8DC3-F27B483BEAEF}" type="presParOf" srcId="{73CD9951-B474-4864-892F-FFAC2A4B020D}" destId="{189DE905-760B-4A5B-900F-60DDA2A4625F}" srcOrd="0" destOrd="0" presId="urn:microsoft.com/office/officeart/2005/8/layout/orgChart1"/>
    <dgm:cxn modelId="{60F96CC5-7653-4352-A69E-4886AADB4D1E}" type="presParOf" srcId="{189DE905-760B-4A5B-900F-60DDA2A4625F}" destId="{6B5ABA92-E4F9-4772-8C2A-317F65059212}" srcOrd="0" destOrd="0" presId="urn:microsoft.com/office/officeart/2005/8/layout/orgChart1"/>
    <dgm:cxn modelId="{A40B9D63-BE71-41DD-905E-44B7BD196E9C}" type="presParOf" srcId="{189DE905-760B-4A5B-900F-60DDA2A4625F}" destId="{1935A9D9-92D6-4E92-A6DA-2C7FE4CE954A}" srcOrd="1" destOrd="0" presId="urn:microsoft.com/office/officeart/2005/8/layout/orgChart1"/>
    <dgm:cxn modelId="{12103AF0-5D12-4A6F-BA43-C27E0474F4F9}" type="presParOf" srcId="{73CD9951-B474-4864-892F-FFAC2A4B020D}" destId="{904EC313-CA1D-454F-9269-CEB6BA7B4DB2}" srcOrd="1" destOrd="0" presId="urn:microsoft.com/office/officeart/2005/8/layout/orgChart1"/>
    <dgm:cxn modelId="{D90CD4B8-6E8C-48CE-86FF-8292A41857BD}" type="presParOf" srcId="{73CD9951-B474-4864-892F-FFAC2A4B020D}" destId="{4D403002-51FA-4630-9190-CE3FC60AA971}" srcOrd="2" destOrd="0" presId="urn:microsoft.com/office/officeart/2005/8/layout/orgChart1"/>
    <dgm:cxn modelId="{A8D94CB6-AE99-44F2-BA34-1C35857A0A48}" type="presParOf" srcId="{E29E3A34-BAD2-4A87-A0AF-61ACA2D03D32}" destId="{D204708B-1BE7-4ECE-91B7-587848678AD7}" srcOrd="2" destOrd="0" presId="urn:microsoft.com/office/officeart/2005/8/layout/orgChart1"/>
    <dgm:cxn modelId="{28953D45-2C1E-4718-9502-18012194B109}" type="presParOf" srcId="{E29E3A34-BAD2-4A87-A0AF-61ACA2D03D32}" destId="{24EB325F-C590-4D35-899B-DE12BB09706F}" srcOrd="3" destOrd="0" presId="urn:microsoft.com/office/officeart/2005/8/layout/orgChart1"/>
    <dgm:cxn modelId="{A124F1FD-CA81-4A58-A129-D2BCF4F12A88}" type="presParOf" srcId="{24EB325F-C590-4D35-899B-DE12BB09706F}" destId="{1C069920-85F6-4AE5-AA1A-46D563818123}" srcOrd="0" destOrd="0" presId="urn:microsoft.com/office/officeart/2005/8/layout/orgChart1"/>
    <dgm:cxn modelId="{164A9954-31D9-4574-8BE3-91109A84B455}" type="presParOf" srcId="{1C069920-85F6-4AE5-AA1A-46D563818123}" destId="{58FF550B-188B-4D60-A373-95C693AE753C}" srcOrd="0" destOrd="0" presId="urn:microsoft.com/office/officeart/2005/8/layout/orgChart1"/>
    <dgm:cxn modelId="{6BF88B57-9FD5-4F19-B11F-585124ABBACD}" type="presParOf" srcId="{1C069920-85F6-4AE5-AA1A-46D563818123}" destId="{786D7E3C-A1A5-434F-B36E-9110F2DA9452}" srcOrd="1" destOrd="0" presId="urn:microsoft.com/office/officeart/2005/8/layout/orgChart1"/>
    <dgm:cxn modelId="{C367FDCD-476E-44E9-B5AB-51E97953BC13}" type="presParOf" srcId="{24EB325F-C590-4D35-899B-DE12BB09706F}" destId="{DF703DD6-A249-45AE-A658-1EC2DCB8588F}" srcOrd="1" destOrd="0" presId="urn:microsoft.com/office/officeart/2005/8/layout/orgChart1"/>
    <dgm:cxn modelId="{6FA71A18-734D-4F8A-83DA-091A35D8FD6F}" type="presParOf" srcId="{24EB325F-C590-4D35-899B-DE12BB09706F}" destId="{39EB9C76-B364-426C-B0B1-4BA3FD2E47E6}" srcOrd="2" destOrd="0" presId="urn:microsoft.com/office/officeart/2005/8/layout/orgChart1"/>
    <dgm:cxn modelId="{74AB2D93-0DED-4DD5-9F57-0AB9FD9B10C3}" type="presParOf" srcId="{0E48559A-9264-4041-A192-DDAFBEFAFD09}" destId="{19499BD6-0594-4286-9131-64AE68EBACA1}" srcOrd="2" destOrd="0" presId="urn:microsoft.com/office/officeart/2005/8/layout/orgChart1"/>
    <dgm:cxn modelId="{F220BF75-1816-460A-801E-F0F01230976E}" type="presParOf" srcId="{E81A57ED-44CC-4DC9-A09E-9A6EDFAB0F1F}" destId="{FECFAA88-0A7C-4EE6-BE5C-61E6F55952B5}" srcOrd="2" destOrd="0" presId="urn:microsoft.com/office/officeart/2005/8/layout/orgChart1"/>
    <dgm:cxn modelId="{1E2520FE-8ACB-4C3E-BF76-5A896FC05A7A}" type="presParOf" srcId="{E81A57ED-44CC-4DC9-A09E-9A6EDFAB0F1F}" destId="{6DC5913E-0182-4C4A-B47A-44251CCB114B}" srcOrd="3" destOrd="0" presId="urn:microsoft.com/office/officeart/2005/8/layout/orgChart1"/>
    <dgm:cxn modelId="{3320D196-0E7C-4EE0-A345-0A363C66F35B}" type="presParOf" srcId="{6DC5913E-0182-4C4A-B47A-44251CCB114B}" destId="{2D03BFF3-B775-4292-9AA3-D93D0E43F094}" srcOrd="0" destOrd="0" presId="urn:microsoft.com/office/officeart/2005/8/layout/orgChart1"/>
    <dgm:cxn modelId="{9862849A-18B9-4A9A-9D21-6997F8B9D482}" type="presParOf" srcId="{2D03BFF3-B775-4292-9AA3-D93D0E43F094}" destId="{B5F3A27C-BE92-4213-98A3-523547AC7268}" srcOrd="0" destOrd="0" presId="urn:microsoft.com/office/officeart/2005/8/layout/orgChart1"/>
    <dgm:cxn modelId="{BBBFA58E-7CAA-488C-847F-8427A1045E90}" type="presParOf" srcId="{2D03BFF3-B775-4292-9AA3-D93D0E43F094}" destId="{531F5652-39D1-4E64-8F3F-D0BE1756E9CD}" srcOrd="1" destOrd="0" presId="urn:microsoft.com/office/officeart/2005/8/layout/orgChart1"/>
    <dgm:cxn modelId="{C1FCD556-5247-4764-A6DF-75EA8A5334FA}" type="presParOf" srcId="{6DC5913E-0182-4C4A-B47A-44251CCB114B}" destId="{B917F701-E1A1-40C2-886E-8FCE757AC206}" srcOrd="1" destOrd="0" presId="urn:microsoft.com/office/officeart/2005/8/layout/orgChart1"/>
    <dgm:cxn modelId="{D3E38427-EE72-4F82-83FD-8C0FA57FF31B}" type="presParOf" srcId="{B917F701-E1A1-40C2-886E-8FCE757AC206}" destId="{2B647332-325A-4F12-896E-657746E58700}" srcOrd="0" destOrd="0" presId="urn:microsoft.com/office/officeart/2005/8/layout/orgChart1"/>
    <dgm:cxn modelId="{9703A8DF-F79A-4DAA-9152-A8006EAAAFC9}" type="presParOf" srcId="{B917F701-E1A1-40C2-886E-8FCE757AC206}" destId="{838A80B8-48F7-41E8-A73D-B91FA07314B9}" srcOrd="1" destOrd="0" presId="urn:microsoft.com/office/officeart/2005/8/layout/orgChart1"/>
    <dgm:cxn modelId="{999F6FEE-F7F6-4BB1-99C0-7C2FC2CFEE81}" type="presParOf" srcId="{838A80B8-48F7-41E8-A73D-B91FA07314B9}" destId="{49D08FEC-FD8F-4394-A388-E96DB6CFE5D0}" srcOrd="0" destOrd="0" presId="urn:microsoft.com/office/officeart/2005/8/layout/orgChart1"/>
    <dgm:cxn modelId="{285490DA-C0E1-4E90-872D-92DE89B45775}" type="presParOf" srcId="{49D08FEC-FD8F-4394-A388-E96DB6CFE5D0}" destId="{A262535C-48BC-483E-AFA8-CAF8871AFA32}" srcOrd="0" destOrd="0" presId="urn:microsoft.com/office/officeart/2005/8/layout/orgChart1"/>
    <dgm:cxn modelId="{E1494A83-5B23-4A02-978B-CDA3E2FEA15A}" type="presParOf" srcId="{49D08FEC-FD8F-4394-A388-E96DB6CFE5D0}" destId="{52998749-1195-4367-948A-275360B7D2A0}" srcOrd="1" destOrd="0" presId="urn:microsoft.com/office/officeart/2005/8/layout/orgChart1"/>
    <dgm:cxn modelId="{0420C793-D93F-427C-8A8D-FA115F321848}" type="presParOf" srcId="{838A80B8-48F7-41E8-A73D-B91FA07314B9}" destId="{895EA3B2-0294-4BD1-878D-092DE480A643}" srcOrd="1" destOrd="0" presId="urn:microsoft.com/office/officeart/2005/8/layout/orgChart1"/>
    <dgm:cxn modelId="{14B3ADA0-8FC0-4445-9095-3605769E2254}" type="presParOf" srcId="{838A80B8-48F7-41E8-A73D-B91FA07314B9}" destId="{EAE73830-E83A-4065-A754-482C78EE95F1}" srcOrd="2" destOrd="0" presId="urn:microsoft.com/office/officeart/2005/8/layout/orgChart1"/>
    <dgm:cxn modelId="{1F41DD1A-6B3E-44A7-95D8-108FA754A6AD}" type="presParOf" srcId="{B917F701-E1A1-40C2-886E-8FCE757AC206}" destId="{08924510-EFC6-4F14-9152-5CC285B63374}" srcOrd="2" destOrd="0" presId="urn:microsoft.com/office/officeart/2005/8/layout/orgChart1"/>
    <dgm:cxn modelId="{2501744B-0B12-431E-94FC-EE89E0709A72}" type="presParOf" srcId="{B917F701-E1A1-40C2-886E-8FCE757AC206}" destId="{5318ACDE-2EF0-4DE1-88DA-32717A128703}" srcOrd="3" destOrd="0" presId="urn:microsoft.com/office/officeart/2005/8/layout/orgChart1"/>
    <dgm:cxn modelId="{CBC179E8-7545-4F7D-9ECC-C15E413941B8}" type="presParOf" srcId="{5318ACDE-2EF0-4DE1-88DA-32717A128703}" destId="{53D647B5-CC91-4846-9ACD-C80FCA15D1D0}" srcOrd="0" destOrd="0" presId="urn:microsoft.com/office/officeart/2005/8/layout/orgChart1"/>
    <dgm:cxn modelId="{76F1E0FE-ED24-406C-B4EC-7BD43E2CE279}" type="presParOf" srcId="{53D647B5-CC91-4846-9ACD-C80FCA15D1D0}" destId="{EC05EF04-3985-4BE0-AE45-C6B43E469227}" srcOrd="0" destOrd="0" presId="urn:microsoft.com/office/officeart/2005/8/layout/orgChart1"/>
    <dgm:cxn modelId="{70587232-CEBF-4671-B915-030D78BA0736}" type="presParOf" srcId="{53D647B5-CC91-4846-9ACD-C80FCA15D1D0}" destId="{080E624E-3EEB-4E12-9695-FF3A97F88EE5}" srcOrd="1" destOrd="0" presId="urn:microsoft.com/office/officeart/2005/8/layout/orgChart1"/>
    <dgm:cxn modelId="{F3169547-0EE2-4991-9FE8-E665418997DA}" type="presParOf" srcId="{5318ACDE-2EF0-4DE1-88DA-32717A128703}" destId="{0512DE45-B9B6-4C07-8C98-48DEE4BE65BA}" srcOrd="1" destOrd="0" presId="urn:microsoft.com/office/officeart/2005/8/layout/orgChart1"/>
    <dgm:cxn modelId="{DCB5797C-10DC-4F9F-AA77-7F0E1D4D8AEE}" type="presParOf" srcId="{5318ACDE-2EF0-4DE1-88DA-32717A128703}" destId="{9CFE57EE-1029-4460-93E5-A20A858BAB24}" srcOrd="2" destOrd="0" presId="urn:microsoft.com/office/officeart/2005/8/layout/orgChart1"/>
    <dgm:cxn modelId="{8E2BF696-6849-4C65-B1C8-25CF45158CB3}" type="presParOf" srcId="{B917F701-E1A1-40C2-886E-8FCE757AC206}" destId="{2E8C12B2-23BD-418A-AD23-5B488F077281}" srcOrd="4" destOrd="0" presId="urn:microsoft.com/office/officeart/2005/8/layout/orgChart1"/>
    <dgm:cxn modelId="{B087C42C-4065-430A-A074-A7ED1D74C786}" type="presParOf" srcId="{B917F701-E1A1-40C2-886E-8FCE757AC206}" destId="{E28CDB30-37A8-4226-A2E8-F78CD575376D}" srcOrd="5" destOrd="0" presId="urn:microsoft.com/office/officeart/2005/8/layout/orgChart1"/>
    <dgm:cxn modelId="{6F85868D-5933-414D-B41A-E7919E132675}" type="presParOf" srcId="{E28CDB30-37A8-4226-A2E8-F78CD575376D}" destId="{D11CD395-2D1A-49FD-8A52-1E89AB180A23}" srcOrd="0" destOrd="0" presId="urn:microsoft.com/office/officeart/2005/8/layout/orgChart1"/>
    <dgm:cxn modelId="{2FC34026-A592-42F3-BD59-AB938A087C33}" type="presParOf" srcId="{D11CD395-2D1A-49FD-8A52-1E89AB180A23}" destId="{402150D6-3B5F-44F7-AA9A-6C2F9844F4A3}" srcOrd="0" destOrd="0" presId="urn:microsoft.com/office/officeart/2005/8/layout/orgChart1"/>
    <dgm:cxn modelId="{69BA3E18-76B9-4FE5-9840-B2407614FB4A}" type="presParOf" srcId="{D11CD395-2D1A-49FD-8A52-1E89AB180A23}" destId="{1C1984B5-C2E8-49D0-9062-CE2A12DD2B7C}" srcOrd="1" destOrd="0" presId="urn:microsoft.com/office/officeart/2005/8/layout/orgChart1"/>
    <dgm:cxn modelId="{CE3675C7-C9DE-443C-9A1F-1981AE71C5B5}" type="presParOf" srcId="{E28CDB30-37A8-4226-A2E8-F78CD575376D}" destId="{085628E3-C699-414F-8BB4-1FA822274132}" srcOrd="1" destOrd="0" presId="urn:microsoft.com/office/officeart/2005/8/layout/orgChart1"/>
    <dgm:cxn modelId="{F86BC166-AB99-44AA-A93D-E590928E706D}" type="presParOf" srcId="{E28CDB30-37A8-4226-A2E8-F78CD575376D}" destId="{CD9F1618-30EC-4E31-AE88-7C9D6B57E150}" srcOrd="2" destOrd="0" presId="urn:microsoft.com/office/officeart/2005/8/layout/orgChart1"/>
    <dgm:cxn modelId="{FC3DFFB1-6894-4536-B217-0CE867C98432}" type="presParOf" srcId="{B917F701-E1A1-40C2-886E-8FCE757AC206}" destId="{1C12D6B5-DA30-4454-A75F-3FBD3187DF10}" srcOrd="6" destOrd="0" presId="urn:microsoft.com/office/officeart/2005/8/layout/orgChart1"/>
    <dgm:cxn modelId="{354725E1-74C6-4F96-A82C-C5B8848E9436}" type="presParOf" srcId="{B917F701-E1A1-40C2-886E-8FCE757AC206}" destId="{DE84121E-42BF-4D20-999B-AFC42CB184EF}" srcOrd="7" destOrd="0" presId="urn:microsoft.com/office/officeart/2005/8/layout/orgChart1"/>
    <dgm:cxn modelId="{E65764FF-0664-4A7D-B608-77DBA6B58467}" type="presParOf" srcId="{DE84121E-42BF-4D20-999B-AFC42CB184EF}" destId="{5A95AE36-0464-4694-9C7F-A862BC88A900}" srcOrd="0" destOrd="0" presId="urn:microsoft.com/office/officeart/2005/8/layout/orgChart1"/>
    <dgm:cxn modelId="{4812262B-6351-4A8C-81E1-FBF1AE0E6C57}" type="presParOf" srcId="{5A95AE36-0464-4694-9C7F-A862BC88A900}" destId="{5FDBF06D-095E-49D9-AADA-9D69E3D431E5}" srcOrd="0" destOrd="0" presId="urn:microsoft.com/office/officeart/2005/8/layout/orgChart1"/>
    <dgm:cxn modelId="{B3237E81-08E0-4112-8710-DAABF13E8630}" type="presParOf" srcId="{5A95AE36-0464-4694-9C7F-A862BC88A900}" destId="{EB0A9C57-504B-4C58-A62D-DD7C707DD16B}" srcOrd="1" destOrd="0" presId="urn:microsoft.com/office/officeart/2005/8/layout/orgChart1"/>
    <dgm:cxn modelId="{6F8A7A32-4510-43DE-9C1D-75C0017FAC43}" type="presParOf" srcId="{DE84121E-42BF-4D20-999B-AFC42CB184EF}" destId="{6C7201B8-BD9C-423C-A406-CC38FF00F21D}" srcOrd="1" destOrd="0" presId="urn:microsoft.com/office/officeart/2005/8/layout/orgChart1"/>
    <dgm:cxn modelId="{4A2F4238-5CF4-42C2-BDC8-4A6EE2274746}" type="presParOf" srcId="{DE84121E-42BF-4D20-999B-AFC42CB184EF}" destId="{D0993473-9A9E-488E-A7C7-97EA40E9D701}" srcOrd="2" destOrd="0" presId="urn:microsoft.com/office/officeart/2005/8/layout/orgChart1"/>
    <dgm:cxn modelId="{AEAAC3AF-E0EB-41F3-A4C6-D4CAC86C97EF}" type="presParOf" srcId="{6DC5913E-0182-4C4A-B47A-44251CCB114B}" destId="{D2C40D4E-3B70-4391-81E2-F54EC936134A}" srcOrd="2" destOrd="0" presId="urn:microsoft.com/office/officeart/2005/8/layout/orgChart1"/>
    <dgm:cxn modelId="{FF745146-9578-4ABF-9BDC-6CE7CB10F3ED}" type="presParOf" srcId="{CA0B4A8A-A989-4DBB-BCAA-7EC89EE14A16}" destId="{FAE80C0B-2213-4335-9FD7-26C07815C2C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3C0C6C-6C76-42E7-95C3-BC840EB56F1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mc:AlternateContent xmlns:mc="http://schemas.openxmlformats.org/markup-compatibility/2006">
      <mc:Choice xmlns:a14="http://schemas.microsoft.com/office/drawing/2010/main" Requires="a14">
        <dgm:pt modelId="{A1BE7EEA-1795-493D-BC36-4B0FC521B716}">
          <dgm:prSet phldrT="[Текст]"/>
          <dgm:spPr/>
          <dgm:t>
            <a:bodyPr/>
            <a:lstStyle/>
            <a:p>
              <a:r>
                <a:rPr lang="ru-RU" dirty="0" smtClean="0"/>
                <a:t>Метод простых итераций</a:t>
              </a:r>
            </a:p>
            <a:p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</a:rPr>
                          <m:t>+1)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𝐵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𝑐</m:t>
                    </m:r>
                  </m:oMath>
                </m:oMathPara>
              </a14:m>
              <a:endParaRPr lang="ru-RU" dirty="0"/>
            </a:p>
          </dgm:t>
        </dgm:pt>
      </mc:Choice>
      <mc:Fallback>
        <dgm:pt modelId="{A1BE7EEA-1795-493D-BC36-4B0FC521B716}">
          <dgm:prSet phldrT="[Текст]"/>
          <dgm:spPr/>
          <dgm:t>
            <a:bodyPr/>
            <a:lstStyle/>
            <a:p>
              <a:r>
                <a:rPr lang="ru-RU" dirty="0" smtClean="0"/>
                <a:t>Метод простых итераций</a:t>
              </a:r>
            </a:p>
            <a:p>
              <a:r>
                <a:rPr lang="en-US" b="0" i="0" smtClean="0">
                  <a:latin typeface="Cambria Math"/>
                </a:rPr>
                <a:t>𝑥</a:t>
              </a:r>
              <a:r>
                <a:rPr lang="ru-RU" b="0" i="0" smtClean="0">
                  <a:latin typeface="Cambria Math"/>
                </a:rPr>
                <a:t>^(</a:t>
              </a:r>
              <a:r>
                <a:rPr lang="en-US" b="0" i="0" smtClean="0">
                  <a:latin typeface="Cambria Math"/>
                </a:rPr>
                <a:t>(𝑘+1)</a:t>
              </a:r>
              <a:r>
                <a:rPr lang="ru-RU" b="0" i="0" smtClean="0">
                  <a:latin typeface="Cambria Math"/>
                </a:rPr>
                <a:t>)</a:t>
              </a:r>
              <a:r>
                <a:rPr lang="en-US" b="0" i="0" smtClean="0">
                  <a:latin typeface="Cambria Math"/>
                </a:rPr>
                <a:t>=𝐵𝑥^((𝑘))+𝑐</a:t>
              </a:r>
              <a:endParaRPr lang="ru-RU" dirty="0"/>
            </a:p>
          </dgm:t>
        </dgm:pt>
      </mc:Fallback>
    </mc:AlternateContent>
    <dgm:pt modelId="{724041C0-A952-4F99-9E74-C2B8810E3DE4}" type="parTrans" cxnId="{44F4E5DC-F022-44E3-8A1D-79BCD1E40359}">
      <dgm:prSet/>
      <dgm:spPr/>
      <dgm:t>
        <a:bodyPr/>
        <a:lstStyle/>
        <a:p>
          <a:endParaRPr lang="ru-RU"/>
        </a:p>
      </dgm:t>
    </dgm:pt>
    <dgm:pt modelId="{F6A44802-C782-412B-ABD3-C8151891810E}" type="sibTrans" cxnId="{44F4E5DC-F022-44E3-8A1D-79BCD1E40359}">
      <dgm:prSet/>
      <dgm:spPr/>
      <dgm:t>
        <a:bodyPr/>
        <a:lstStyle/>
        <a:p>
          <a:endParaRPr lang="ru-RU"/>
        </a:p>
      </dgm:t>
    </dgm:pt>
    <dgm:pt modelId="{755B35F7-6120-4FB7-89FD-CAE4CC157D1A}">
      <dgm:prSet phldrT="[Текст]"/>
      <dgm:spPr/>
      <dgm:t>
        <a:bodyPr/>
        <a:lstStyle/>
        <a:p>
          <a:r>
            <a:rPr lang="ru-RU" dirty="0" smtClean="0"/>
            <a:t>Метод Якоби</a:t>
          </a:r>
          <a:endParaRPr lang="ru-RU" dirty="0"/>
        </a:p>
      </dgm:t>
    </dgm:pt>
    <dgm:pt modelId="{D0343CCC-D09E-4C30-B3B1-C1FA06601D66}" type="parTrans" cxnId="{920F8C4B-B270-4BC8-AAEB-EA757C483D0F}">
      <dgm:prSet/>
      <dgm:spPr/>
      <dgm:t>
        <a:bodyPr/>
        <a:lstStyle/>
        <a:p>
          <a:endParaRPr lang="ru-RU"/>
        </a:p>
      </dgm:t>
    </dgm:pt>
    <dgm:pt modelId="{A72FC1F7-FA2B-4A02-B94F-4D742136D8DA}" type="sibTrans" cxnId="{920F8C4B-B270-4BC8-AAEB-EA757C483D0F}">
      <dgm:prSet/>
      <dgm:spPr/>
      <dgm:t>
        <a:bodyPr/>
        <a:lstStyle/>
        <a:p>
          <a:endParaRPr lang="ru-RU"/>
        </a:p>
      </dgm:t>
    </dgm:pt>
    <dgm:pt modelId="{8C091D1A-8F25-4B2F-B53C-5830CECBE429}">
      <dgm:prSet phldrT="[Текст]"/>
      <dgm:spPr/>
      <dgm:t>
        <a:bodyPr/>
        <a:lstStyle/>
        <a:p>
          <a:r>
            <a:rPr lang="ru-RU" dirty="0" smtClean="0"/>
            <a:t>Вычисляются одновременно все </a:t>
          </a:r>
          <a:r>
            <a:rPr lang="en-US" dirty="0" smtClean="0"/>
            <a:t>xᵢ</a:t>
          </a:r>
          <a:endParaRPr lang="ru-RU" dirty="0"/>
        </a:p>
      </dgm:t>
    </dgm:pt>
    <dgm:pt modelId="{6EC6E0F8-AB98-44DA-9C64-97A5690135ED}" type="parTrans" cxnId="{3EE8C94F-014D-412B-BBFE-838AD3738D99}">
      <dgm:prSet/>
      <dgm:spPr/>
      <dgm:t>
        <a:bodyPr/>
        <a:lstStyle/>
        <a:p>
          <a:endParaRPr lang="ru-RU"/>
        </a:p>
      </dgm:t>
    </dgm:pt>
    <dgm:pt modelId="{CE62F812-A4E2-4289-937D-3FF428112C8E}" type="sibTrans" cxnId="{3EE8C94F-014D-412B-BBFE-838AD3738D99}">
      <dgm:prSet/>
      <dgm:spPr/>
      <dgm:t>
        <a:bodyPr/>
        <a:lstStyle/>
        <a:p>
          <a:endParaRPr lang="ru-RU"/>
        </a:p>
      </dgm:t>
    </dgm:pt>
    <dgm:pt modelId="{FE0F43DF-21C0-4F38-B536-75779E62B055}">
      <dgm:prSet phldrT="[Текст]"/>
      <dgm:spPr/>
      <dgm:t>
        <a:bodyPr/>
        <a:lstStyle/>
        <a:p>
          <a:r>
            <a:rPr lang="ru-RU" dirty="0" smtClean="0"/>
            <a:t>Метод Зейделя</a:t>
          </a:r>
          <a:endParaRPr lang="ru-RU" dirty="0"/>
        </a:p>
      </dgm:t>
    </dgm:pt>
    <dgm:pt modelId="{90498FD0-6493-416C-8918-A950803D7941}" type="parTrans" cxnId="{D4A779A5-FFA1-471D-80E3-1554597E8BE5}">
      <dgm:prSet/>
      <dgm:spPr/>
      <dgm:t>
        <a:bodyPr/>
        <a:lstStyle/>
        <a:p>
          <a:endParaRPr lang="ru-RU"/>
        </a:p>
      </dgm:t>
    </dgm:pt>
    <dgm:pt modelId="{ECCDD5F1-849C-4343-9819-5F288679AD29}" type="sibTrans" cxnId="{D4A779A5-FFA1-471D-80E3-1554597E8BE5}">
      <dgm:prSet/>
      <dgm:spPr/>
      <dgm:t>
        <a:bodyPr/>
        <a:lstStyle/>
        <a:p>
          <a:endParaRPr lang="ru-RU"/>
        </a:p>
      </dgm:t>
    </dgm:pt>
    <dgm:pt modelId="{3D288DA8-93FB-4742-AD0B-3C226B5DCCF8}">
      <dgm:prSet phldrT="[Текст]"/>
      <dgm:spPr/>
      <dgm:t>
        <a:bodyPr/>
        <a:lstStyle/>
        <a:p>
          <a:r>
            <a:rPr lang="ru-RU" dirty="0" smtClean="0"/>
            <a:t>Последовательно включаются уже найденные значения </a:t>
          </a:r>
          <a:r>
            <a:rPr lang="en-US" dirty="0" smtClean="0"/>
            <a:t>xi</a:t>
          </a:r>
          <a:endParaRPr lang="ru-RU" dirty="0"/>
        </a:p>
      </dgm:t>
    </dgm:pt>
    <dgm:pt modelId="{044582EA-8970-49CA-A5EF-2121A811ED46}" type="parTrans" cxnId="{13115C3C-F861-41F0-A90B-A27E573F6BD9}">
      <dgm:prSet/>
      <dgm:spPr/>
      <dgm:t>
        <a:bodyPr/>
        <a:lstStyle/>
        <a:p>
          <a:endParaRPr lang="ru-RU"/>
        </a:p>
      </dgm:t>
    </dgm:pt>
    <dgm:pt modelId="{A1DEFFF1-0A13-4972-A753-555A221199C6}" type="sibTrans" cxnId="{13115C3C-F861-41F0-A90B-A27E573F6BD9}">
      <dgm:prSet/>
      <dgm:spPr/>
      <dgm:t>
        <a:bodyPr/>
        <a:lstStyle/>
        <a:p>
          <a:endParaRPr lang="ru-RU"/>
        </a:p>
      </dgm:t>
    </dgm:pt>
    <dgm:pt modelId="{5C6A9F32-96DF-448A-B0F0-44080A414887}">
      <dgm:prSet phldrT="[Текст]"/>
      <dgm:spPr/>
      <dgm:t>
        <a:bodyPr/>
        <a:lstStyle/>
        <a:p>
          <a:r>
            <a:rPr lang="ru-RU" dirty="0" smtClean="0"/>
            <a:t>Метод релаксаций</a:t>
          </a:r>
          <a:endParaRPr lang="ru-RU" dirty="0"/>
        </a:p>
      </dgm:t>
    </dgm:pt>
    <dgm:pt modelId="{ED65B679-3455-4104-899E-D184300E3E39}" type="parTrans" cxnId="{9F64E5BC-A425-41AF-ACB4-A00057C3BC84}">
      <dgm:prSet/>
      <dgm:spPr/>
      <dgm:t>
        <a:bodyPr/>
        <a:lstStyle/>
        <a:p>
          <a:endParaRPr lang="ru-RU"/>
        </a:p>
      </dgm:t>
    </dgm:pt>
    <dgm:pt modelId="{F5D217E2-4D1C-4B58-96DA-B8163324F179}" type="sibTrans" cxnId="{9F64E5BC-A425-41AF-ACB4-A00057C3BC84}">
      <dgm:prSet/>
      <dgm:spPr/>
      <dgm:t>
        <a:bodyPr/>
        <a:lstStyle/>
        <a:p>
          <a:endParaRPr lang="ru-RU"/>
        </a:p>
      </dgm:t>
    </dgm:pt>
    <mc:AlternateContent xmlns:mc="http://schemas.openxmlformats.org/markup-compatibility/2006">
      <mc:Choice xmlns:a14="http://schemas.microsoft.com/office/drawing/2010/main" Requires="a14">
        <dgm:pt modelId="{6E95A29D-9C87-4589-B2F2-80A3D0133875}">
          <dgm:prSet phldrT="[Текст]"/>
          <dgm:spPr/>
          <dgm:t>
            <a:bodyPr/>
            <a:lstStyle/>
            <a:p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</a:rPr>
                          <m:t>+1)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ru-RU" b="0" i="1" smtClean="0">
                        <a:latin typeface="Cambria Math"/>
                      </a:rPr>
                      <m:t>(1−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ω</m:t>
                    </m:r>
                    <m:r>
                      <a:rPr lang="ru-RU" b="0" i="1" smtClean="0">
                        <a:latin typeface="Cambria Math"/>
                      </a:rPr>
                      <m:t>)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</a:rPr>
                      <m:t>ω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</a:rPr>
                          <m:t>+1/2)</m:t>
                        </m:r>
                      </m:sup>
                    </m:sSup>
                  </m:oMath>
                </m:oMathPara>
              </a14:m>
              <a:endParaRPr lang="ru-RU" dirty="0"/>
            </a:p>
          </dgm:t>
        </dgm:pt>
      </mc:Choice>
      <mc:Fallback>
        <dgm:pt modelId="{6E95A29D-9C87-4589-B2F2-80A3D0133875}">
          <dgm:prSet phldrT="[Текст]"/>
          <dgm:spPr/>
          <dgm:t>
            <a:bodyPr/>
            <a:lstStyle/>
            <a:p>
              <a:r>
                <a:rPr lang="en-US" b="0" i="0" smtClean="0">
                  <a:latin typeface="Cambria Math"/>
                </a:rPr>
                <a:t>𝑥</a:t>
              </a:r>
              <a:r>
                <a:rPr lang="ru-RU" b="0" i="0" smtClean="0">
                  <a:latin typeface="Cambria Math"/>
                </a:rPr>
                <a:t>^(</a:t>
              </a:r>
              <a:r>
                <a:rPr lang="en-US" b="0" i="0" smtClean="0">
                  <a:latin typeface="Cambria Math"/>
                </a:rPr>
                <a:t>(𝑘+1)</a:t>
              </a:r>
              <a:r>
                <a:rPr lang="ru-RU" b="0" i="0" smtClean="0">
                  <a:latin typeface="Cambria Math"/>
                </a:rPr>
                <a:t>)</a:t>
              </a:r>
              <a:r>
                <a:rPr lang="en-US" b="0" i="0" smtClean="0">
                  <a:latin typeface="Cambria Math"/>
                </a:rPr>
                <a:t>=</a:t>
              </a:r>
              <a:r>
                <a:rPr lang="ru-RU" b="0" i="0" smtClean="0">
                  <a:latin typeface="Cambria Math"/>
                </a:rPr>
                <a:t>(1−</a:t>
              </a:r>
              <a:r>
                <a:rPr lang="el-GR" b="0" i="0" smtClean="0">
                  <a:latin typeface="Cambria Math"/>
                </a:rPr>
                <a:t>ω</a:t>
              </a:r>
              <a:r>
                <a:rPr lang="ru-RU" b="0" i="0" smtClean="0">
                  <a:latin typeface="Cambria Math"/>
                </a:rPr>
                <a:t>)</a:t>
              </a:r>
              <a:r>
                <a:rPr lang="en-US" b="0" i="0" smtClean="0">
                  <a:latin typeface="Cambria Math"/>
                </a:rPr>
                <a:t>𝑥^((𝑘))+</a:t>
              </a:r>
              <a:r>
                <a:rPr lang="el-GR" b="0" i="0" smtClean="0">
                  <a:latin typeface="Cambria Math"/>
                </a:rPr>
                <a:t>ω</a:t>
              </a:r>
              <a:r>
                <a:rPr lang="en-US" b="0" i="0" smtClean="0">
                  <a:latin typeface="Cambria Math"/>
                </a:rPr>
                <a:t>𝑥^((𝑘+1/2))</a:t>
              </a:r>
              <a:endParaRPr lang="ru-RU" dirty="0"/>
            </a:p>
          </dgm:t>
        </dgm:pt>
      </mc:Fallback>
    </mc:AlternateContent>
    <dgm:pt modelId="{A5F86620-388B-4F3B-AAD6-211A65295E53}" type="parTrans" cxnId="{5B5C8DAA-D213-47E3-8994-A64DD10FC45B}">
      <dgm:prSet/>
      <dgm:spPr/>
      <dgm:t>
        <a:bodyPr/>
        <a:lstStyle/>
        <a:p>
          <a:endParaRPr lang="ru-RU"/>
        </a:p>
      </dgm:t>
    </dgm:pt>
    <dgm:pt modelId="{F73968E1-86CB-4E54-8C6F-68DE39FC823C}" type="sibTrans" cxnId="{5B5C8DAA-D213-47E3-8994-A64DD10FC45B}">
      <dgm:prSet/>
      <dgm:spPr/>
      <dgm:t>
        <a:bodyPr/>
        <a:lstStyle/>
        <a:p>
          <a:endParaRPr lang="ru-RU"/>
        </a:p>
      </dgm:t>
    </dgm:pt>
    <dgm:pt modelId="{BA7468E5-FA8C-4120-A808-FA47D7A04621}">
      <dgm:prSet phldrT="[Текст]"/>
      <dgm:spPr/>
      <dgm:t>
        <a:bodyPr/>
        <a:lstStyle/>
        <a:p>
          <a:r>
            <a:rPr lang="ru-RU" dirty="0" smtClean="0"/>
            <a:t>Самый медленный</a:t>
          </a:r>
          <a:endParaRPr lang="ru-RU" dirty="0"/>
        </a:p>
      </dgm:t>
    </dgm:pt>
    <dgm:pt modelId="{AF69CBCD-72D0-4F14-B23A-374F03C9A6DE}" type="parTrans" cxnId="{1DEF2C14-B914-41DC-9EC3-7B9BF16AB775}">
      <dgm:prSet/>
      <dgm:spPr/>
      <dgm:t>
        <a:bodyPr/>
        <a:lstStyle/>
        <a:p>
          <a:endParaRPr lang="ru-RU"/>
        </a:p>
      </dgm:t>
    </dgm:pt>
    <dgm:pt modelId="{7FBC7CFC-2EA3-4DCC-B0A6-752A5871AEE3}" type="sibTrans" cxnId="{1DEF2C14-B914-41DC-9EC3-7B9BF16AB775}">
      <dgm:prSet/>
      <dgm:spPr/>
      <dgm:t>
        <a:bodyPr/>
        <a:lstStyle/>
        <a:p>
          <a:endParaRPr lang="ru-RU"/>
        </a:p>
      </dgm:t>
    </dgm:pt>
    <dgm:pt modelId="{7CC911E0-396E-49AA-BA16-878668CE62DE}">
      <dgm:prSet phldrT="[Текст]"/>
      <dgm:spPr/>
      <dgm:t>
        <a:bodyPr/>
        <a:lstStyle/>
        <a:p>
          <a:r>
            <a:rPr lang="ru-RU" dirty="0" smtClean="0"/>
            <a:t>Быстрее Якоби в ~2 раза</a:t>
          </a:r>
          <a:endParaRPr lang="ru-RU" dirty="0"/>
        </a:p>
      </dgm:t>
    </dgm:pt>
    <dgm:pt modelId="{69D62C8A-2AED-4089-82D7-E676BD3B7DC8}" type="parTrans" cxnId="{7BC149C3-9539-4053-A6EE-5DD633D64938}">
      <dgm:prSet/>
      <dgm:spPr/>
      <dgm:t>
        <a:bodyPr/>
        <a:lstStyle/>
        <a:p>
          <a:endParaRPr lang="ru-RU"/>
        </a:p>
      </dgm:t>
    </dgm:pt>
    <dgm:pt modelId="{9363008A-5D94-41EB-8ABF-306E5316322B}" type="sibTrans" cxnId="{7BC149C3-9539-4053-A6EE-5DD633D64938}">
      <dgm:prSet/>
      <dgm:spPr/>
      <dgm:t>
        <a:bodyPr/>
        <a:lstStyle/>
        <a:p>
          <a:endParaRPr lang="ru-RU"/>
        </a:p>
      </dgm:t>
    </dgm:pt>
    <dgm:pt modelId="{89C4C2A3-05A5-42F1-9ED9-1837309D0C0E}">
      <dgm:prSet phldrT="[Текст]"/>
      <dgm:spPr/>
      <dgm:t>
        <a:bodyPr/>
        <a:lstStyle/>
        <a:p>
          <a:r>
            <a:rPr lang="ru-RU" dirty="0" smtClean="0"/>
            <a:t>Быстрее всех при </a:t>
          </a:r>
          <a:r>
            <a:rPr lang="el-GR" dirty="0" smtClean="0"/>
            <a:t>ω_</a:t>
          </a:r>
          <a:r>
            <a:rPr lang="en-US" dirty="0" smtClean="0"/>
            <a:t>opt</a:t>
          </a:r>
          <a:endParaRPr lang="ru-RU" dirty="0"/>
        </a:p>
      </dgm:t>
    </dgm:pt>
    <dgm:pt modelId="{F8832A92-BBA4-4ED3-B3DF-D4065E7748B8}" type="parTrans" cxnId="{3EADBA7D-0A66-4E28-A5C7-B8EB849C5C2C}">
      <dgm:prSet/>
      <dgm:spPr/>
      <dgm:t>
        <a:bodyPr/>
        <a:lstStyle/>
        <a:p>
          <a:endParaRPr lang="ru-RU"/>
        </a:p>
      </dgm:t>
    </dgm:pt>
    <dgm:pt modelId="{46644897-9225-4E23-BA5E-2D600C02C10F}" type="sibTrans" cxnId="{3EADBA7D-0A66-4E28-A5C7-B8EB849C5C2C}">
      <dgm:prSet/>
      <dgm:spPr/>
      <dgm:t>
        <a:bodyPr/>
        <a:lstStyle/>
        <a:p>
          <a:endParaRPr lang="ru-RU"/>
        </a:p>
      </dgm:t>
    </dgm:pt>
    <dgm:pt modelId="{647BAAE2-F684-408F-AD2E-CDEF0AA1D8BE}" type="pres">
      <dgm:prSet presAssocID="{713C0C6C-6C76-42E7-95C3-BC840EB56F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ABAA23C-E4AE-46B6-88F8-F8EC9C60F072}" type="pres">
      <dgm:prSet presAssocID="{A1BE7EEA-1795-493D-BC36-4B0FC521B716}" presName="hierRoot1" presStyleCnt="0"/>
      <dgm:spPr/>
    </dgm:pt>
    <dgm:pt modelId="{BEB1259A-8AF4-4241-9EF1-C4549CFB2F87}" type="pres">
      <dgm:prSet presAssocID="{A1BE7EEA-1795-493D-BC36-4B0FC521B716}" presName="composite" presStyleCnt="0"/>
      <dgm:spPr/>
    </dgm:pt>
    <dgm:pt modelId="{6D5FEF4B-5503-4387-A5B7-6820E0D4B186}" type="pres">
      <dgm:prSet presAssocID="{A1BE7EEA-1795-493D-BC36-4B0FC521B716}" presName="background" presStyleLbl="node0" presStyleIdx="0" presStyleCnt="1"/>
      <dgm:spPr/>
    </dgm:pt>
    <dgm:pt modelId="{C3732EC5-5B24-48EF-AF3E-34F24AE70851}" type="pres">
      <dgm:prSet presAssocID="{A1BE7EEA-1795-493D-BC36-4B0FC521B716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6604DB1-5C7D-4F68-A65A-3CC6A19A82FC}" type="pres">
      <dgm:prSet presAssocID="{A1BE7EEA-1795-493D-BC36-4B0FC521B716}" presName="hierChild2" presStyleCnt="0"/>
      <dgm:spPr/>
    </dgm:pt>
    <dgm:pt modelId="{FDEA3B89-B16F-4730-AD7F-AAB5D429801B}" type="pres">
      <dgm:prSet presAssocID="{D0343CCC-D09E-4C30-B3B1-C1FA06601D66}" presName="Name10" presStyleLbl="parChTrans1D2" presStyleIdx="0" presStyleCnt="3"/>
      <dgm:spPr/>
    </dgm:pt>
    <dgm:pt modelId="{5AFD3A89-3551-4D2E-9484-596293FB6239}" type="pres">
      <dgm:prSet presAssocID="{755B35F7-6120-4FB7-89FD-CAE4CC157D1A}" presName="hierRoot2" presStyleCnt="0"/>
      <dgm:spPr/>
    </dgm:pt>
    <dgm:pt modelId="{9DD8D4D9-C9A5-43D3-8229-9D647163F214}" type="pres">
      <dgm:prSet presAssocID="{755B35F7-6120-4FB7-89FD-CAE4CC157D1A}" presName="composite2" presStyleCnt="0"/>
      <dgm:spPr/>
    </dgm:pt>
    <dgm:pt modelId="{C09FB195-17EE-48A0-A7E7-ECA7F882BB7C}" type="pres">
      <dgm:prSet presAssocID="{755B35F7-6120-4FB7-89FD-CAE4CC157D1A}" presName="background2" presStyleLbl="node2" presStyleIdx="0" presStyleCnt="3"/>
      <dgm:spPr/>
    </dgm:pt>
    <dgm:pt modelId="{069E5523-00AA-4A52-9EE6-F178998073A4}" type="pres">
      <dgm:prSet presAssocID="{755B35F7-6120-4FB7-89FD-CAE4CC157D1A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97A93A9-92CB-412C-B35E-34181D4E510B}" type="pres">
      <dgm:prSet presAssocID="{755B35F7-6120-4FB7-89FD-CAE4CC157D1A}" presName="hierChild3" presStyleCnt="0"/>
      <dgm:spPr/>
    </dgm:pt>
    <dgm:pt modelId="{C852CDDA-8F04-4DA7-8F4E-86EA70BE2169}" type="pres">
      <dgm:prSet presAssocID="{6EC6E0F8-AB98-44DA-9C64-97A5690135ED}" presName="Name17" presStyleLbl="parChTrans1D3" presStyleIdx="0" presStyleCnt="3"/>
      <dgm:spPr/>
    </dgm:pt>
    <dgm:pt modelId="{7C44CDD4-CCF2-4AC5-BA18-FB14035959CD}" type="pres">
      <dgm:prSet presAssocID="{8C091D1A-8F25-4B2F-B53C-5830CECBE429}" presName="hierRoot3" presStyleCnt="0"/>
      <dgm:spPr/>
    </dgm:pt>
    <dgm:pt modelId="{0054DC59-9AF9-4281-AE0E-389F94B27E91}" type="pres">
      <dgm:prSet presAssocID="{8C091D1A-8F25-4B2F-B53C-5830CECBE429}" presName="composite3" presStyleCnt="0"/>
      <dgm:spPr/>
    </dgm:pt>
    <dgm:pt modelId="{AF867D82-7F3D-47EE-AB35-C93301016ADC}" type="pres">
      <dgm:prSet presAssocID="{8C091D1A-8F25-4B2F-B53C-5830CECBE429}" presName="background3" presStyleLbl="node3" presStyleIdx="0" presStyleCnt="3"/>
      <dgm:spPr/>
    </dgm:pt>
    <dgm:pt modelId="{A675636C-C4B2-4F02-A834-BDB9102C4038}" type="pres">
      <dgm:prSet presAssocID="{8C091D1A-8F25-4B2F-B53C-5830CECBE429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2718D51-47C4-4F7F-8694-414C7157548A}" type="pres">
      <dgm:prSet presAssocID="{8C091D1A-8F25-4B2F-B53C-5830CECBE429}" presName="hierChild4" presStyleCnt="0"/>
      <dgm:spPr/>
    </dgm:pt>
    <dgm:pt modelId="{7E34247D-7E02-4A87-9CEC-308FAD8CBEEA}" type="pres">
      <dgm:prSet presAssocID="{AF69CBCD-72D0-4F14-B23A-374F03C9A6DE}" presName="Name23" presStyleLbl="parChTrans1D4" presStyleIdx="0" presStyleCnt="3"/>
      <dgm:spPr/>
    </dgm:pt>
    <dgm:pt modelId="{7DBA23E9-89DE-4E04-9FAD-21F7CE58BA25}" type="pres">
      <dgm:prSet presAssocID="{BA7468E5-FA8C-4120-A808-FA47D7A04621}" presName="hierRoot4" presStyleCnt="0"/>
      <dgm:spPr/>
    </dgm:pt>
    <dgm:pt modelId="{814E10B5-C5C0-423F-8FAE-6130C6C9AE74}" type="pres">
      <dgm:prSet presAssocID="{BA7468E5-FA8C-4120-A808-FA47D7A04621}" presName="composite4" presStyleCnt="0"/>
      <dgm:spPr/>
    </dgm:pt>
    <dgm:pt modelId="{0EE397AE-1121-41C5-B7A3-637DA5F938AB}" type="pres">
      <dgm:prSet presAssocID="{BA7468E5-FA8C-4120-A808-FA47D7A04621}" presName="background4" presStyleLbl="node4" presStyleIdx="0" presStyleCnt="3"/>
      <dgm:spPr/>
    </dgm:pt>
    <dgm:pt modelId="{074A6DF6-3A92-4214-AC82-01FB06226E90}" type="pres">
      <dgm:prSet presAssocID="{BA7468E5-FA8C-4120-A808-FA47D7A04621}" presName="text4" presStyleLbl="fgAcc4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30F3142-3547-4D5C-9ADD-1197155DA50E}" type="pres">
      <dgm:prSet presAssocID="{BA7468E5-FA8C-4120-A808-FA47D7A04621}" presName="hierChild5" presStyleCnt="0"/>
      <dgm:spPr/>
    </dgm:pt>
    <dgm:pt modelId="{6566B134-CDC9-4FF4-9FF9-636321DC6DF1}" type="pres">
      <dgm:prSet presAssocID="{90498FD0-6493-416C-8918-A950803D7941}" presName="Name10" presStyleLbl="parChTrans1D2" presStyleIdx="1" presStyleCnt="3"/>
      <dgm:spPr/>
    </dgm:pt>
    <dgm:pt modelId="{910DD52A-D966-4CF4-8B73-2DC528EE5732}" type="pres">
      <dgm:prSet presAssocID="{FE0F43DF-21C0-4F38-B536-75779E62B055}" presName="hierRoot2" presStyleCnt="0"/>
      <dgm:spPr/>
    </dgm:pt>
    <dgm:pt modelId="{6F7ED83A-2F27-4199-82B5-664D6F090C51}" type="pres">
      <dgm:prSet presAssocID="{FE0F43DF-21C0-4F38-B536-75779E62B055}" presName="composite2" presStyleCnt="0"/>
      <dgm:spPr/>
    </dgm:pt>
    <dgm:pt modelId="{174B7CE8-AEAA-4FA7-B083-551F85472119}" type="pres">
      <dgm:prSet presAssocID="{FE0F43DF-21C0-4F38-B536-75779E62B055}" presName="background2" presStyleLbl="node2" presStyleIdx="1" presStyleCnt="3"/>
      <dgm:spPr/>
    </dgm:pt>
    <dgm:pt modelId="{001C7269-523C-4EE2-862D-E3B308642C71}" type="pres">
      <dgm:prSet presAssocID="{FE0F43DF-21C0-4F38-B536-75779E62B055}" presName="text2" presStyleLbl="fgAcc2" presStyleIdx="1" presStyleCnt="3">
        <dgm:presLayoutVars>
          <dgm:chPref val="3"/>
        </dgm:presLayoutVars>
      </dgm:prSet>
      <dgm:spPr/>
    </dgm:pt>
    <dgm:pt modelId="{A40F2414-D9EF-449A-8FDA-4EA4A56A7DF5}" type="pres">
      <dgm:prSet presAssocID="{FE0F43DF-21C0-4F38-B536-75779E62B055}" presName="hierChild3" presStyleCnt="0"/>
      <dgm:spPr/>
    </dgm:pt>
    <dgm:pt modelId="{724B798F-9F03-48F0-B5D6-B2427699B9EA}" type="pres">
      <dgm:prSet presAssocID="{044582EA-8970-49CA-A5EF-2121A811ED46}" presName="Name17" presStyleLbl="parChTrans1D3" presStyleIdx="1" presStyleCnt="3"/>
      <dgm:spPr/>
    </dgm:pt>
    <dgm:pt modelId="{AE3C4723-7F38-4AD3-B325-6ED63A71AD43}" type="pres">
      <dgm:prSet presAssocID="{3D288DA8-93FB-4742-AD0B-3C226B5DCCF8}" presName="hierRoot3" presStyleCnt="0"/>
      <dgm:spPr/>
    </dgm:pt>
    <dgm:pt modelId="{CB624D41-420E-4045-BB05-3A98784743C7}" type="pres">
      <dgm:prSet presAssocID="{3D288DA8-93FB-4742-AD0B-3C226B5DCCF8}" presName="composite3" presStyleCnt="0"/>
      <dgm:spPr/>
    </dgm:pt>
    <dgm:pt modelId="{B97E2551-D3CC-4F33-91E6-8A9CF69FC04F}" type="pres">
      <dgm:prSet presAssocID="{3D288DA8-93FB-4742-AD0B-3C226B5DCCF8}" presName="background3" presStyleLbl="node3" presStyleIdx="1" presStyleCnt="3"/>
      <dgm:spPr/>
    </dgm:pt>
    <dgm:pt modelId="{A98B6F29-E8F7-41FE-84A6-3C66AB22B0D5}" type="pres">
      <dgm:prSet presAssocID="{3D288DA8-93FB-4742-AD0B-3C226B5DCCF8}" presName="text3" presStyleLbl="fgAcc3" presStyleIdx="1" presStyleCnt="3">
        <dgm:presLayoutVars>
          <dgm:chPref val="3"/>
        </dgm:presLayoutVars>
      </dgm:prSet>
      <dgm:spPr/>
    </dgm:pt>
    <dgm:pt modelId="{78F3C0FD-41C6-4D7F-BC0A-5C3249F38B40}" type="pres">
      <dgm:prSet presAssocID="{3D288DA8-93FB-4742-AD0B-3C226B5DCCF8}" presName="hierChild4" presStyleCnt="0"/>
      <dgm:spPr/>
    </dgm:pt>
    <dgm:pt modelId="{0AFE5B93-C93D-4B62-AE09-6C55D07F1954}" type="pres">
      <dgm:prSet presAssocID="{69D62C8A-2AED-4089-82D7-E676BD3B7DC8}" presName="Name23" presStyleLbl="parChTrans1D4" presStyleIdx="1" presStyleCnt="3"/>
      <dgm:spPr/>
    </dgm:pt>
    <dgm:pt modelId="{4AE0764E-9A8F-4EE1-B519-262835AD3B92}" type="pres">
      <dgm:prSet presAssocID="{7CC911E0-396E-49AA-BA16-878668CE62DE}" presName="hierRoot4" presStyleCnt="0"/>
      <dgm:spPr/>
    </dgm:pt>
    <dgm:pt modelId="{BD0B3015-0EA5-4C2C-8DD6-EF9AB2F0F44E}" type="pres">
      <dgm:prSet presAssocID="{7CC911E0-396E-49AA-BA16-878668CE62DE}" presName="composite4" presStyleCnt="0"/>
      <dgm:spPr/>
    </dgm:pt>
    <dgm:pt modelId="{6AAE79A5-D122-421C-ADFF-1ED259D0402E}" type="pres">
      <dgm:prSet presAssocID="{7CC911E0-396E-49AA-BA16-878668CE62DE}" presName="background4" presStyleLbl="node4" presStyleIdx="1" presStyleCnt="3"/>
      <dgm:spPr/>
    </dgm:pt>
    <dgm:pt modelId="{1F5CB624-0991-4C77-AFCC-A0A204BBB1D5}" type="pres">
      <dgm:prSet presAssocID="{7CC911E0-396E-49AA-BA16-878668CE62DE}" presName="text4" presStyleLbl="fgAcc4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66AC7D6-AC30-49CD-8448-2E84EC34B6AA}" type="pres">
      <dgm:prSet presAssocID="{7CC911E0-396E-49AA-BA16-878668CE62DE}" presName="hierChild5" presStyleCnt="0"/>
      <dgm:spPr/>
    </dgm:pt>
    <dgm:pt modelId="{0FF3E243-F8A3-4C70-9A72-546173CBC2A8}" type="pres">
      <dgm:prSet presAssocID="{ED65B679-3455-4104-899E-D184300E3E39}" presName="Name10" presStyleLbl="parChTrans1D2" presStyleIdx="2" presStyleCnt="3"/>
      <dgm:spPr/>
    </dgm:pt>
    <dgm:pt modelId="{E00C7659-8BAD-4350-8E17-92540BB15ED0}" type="pres">
      <dgm:prSet presAssocID="{5C6A9F32-96DF-448A-B0F0-44080A414887}" presName="hierRoot2" presStyleCnt="0"/>
      <dgm:spPr/>
    </dgm:pt>
    <dgm:pt modelId="{B8AA90E7-8EF9-4A4E-92E2-9BEBE8ABF5E2}" type="pres">
      <dgm:prSet presAssocID="{5C6A9F32-96DF-448A-B0F0-44080A414887}" presName="composite2" presStyleCnt="0"/>
      <dgm:spPr/>
    </dgm:pt>
    <dgm:pt modelId="{5516D251-327A-461D-9D23-2D77E2614E52}" type="pres">
      <dgm:prSet presAssocID="{5C6A9F32-96DF-448A-B0F0-44080A414887}" presName="background2" presStyleLbl="node2" presStyleIdx="2" presStyleCnt="3"/>
      <dgm:spPr/>
    </dgm:pt>
    <dgm:pt modelId="{0AB20804-CC5A-4DE5-85B0-B4FF07DCD254}" type="pres">
      <dgm:prSet presAssocID="{5C6A9F32-96DF-448A-B0F0-44080A414887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5777535-82A4-4A86-98E8-19785E498C2B}" type="pres">
      <dgm:prSet presAssocID="{5C6A9F32-96DF-448A-B0F0-44080A414887}" presName="hierChild3" presStyleCnt="0"/>
      <dgm:spPr/>
    </dgm:pt>
    <dgm:pt modelId="{35C474EA-0041-4347-9A1E-914CB3B4CDDA}" type="pres">
      <dgm:prSet presAssocID="{A5F86620-388B-4F3B-AAD6-211A65295E53}" presName="Name17" presStyleLbl="parChTrans1D3" presStyleIdx="2" presStyleCnt="3"/>
      <dgm:spPr/>
    </dgm:pt>
    <dgm:pt modelId="{CBA56C06-4C03-434F-921D-660393183AEB}" type="pres">
      <dgm:prSet presAssocID="{6E95A29D-9C87-4589-B2F2-80A3D0133875}" presName="hierRoot3" presStyleCnt="0"/>
      <dgm:spPr/>
    </dgm:pt>
    <dgm:pt modelId="{401B1DB0-442C-406E-9573-BCBEF4376737}" type="pres">
      <dgm:prSet presAssocID="{6E95A29D-9C87-4589-B2F2-80A3D0133875}" presName="composite3" presStyleCnt="0"/>
      <dgm:spPr/>
    </dgm:pt>
    <dgm:pt modelId="{C830C7E5-8BAD-48C7-8213-C1A9B55AD74A}" type="pres">
      <dgm:prSet presAssocID="{6E95A29D-9C87-4589-B2F2-80A3D0133875}" presName="background3" presStyleLbl="node3" presStyleIdx="2" presStyleCnt="3"/>
      <dgm:spPr/>
    </dgm:pt>
    <dgm:pt modelId="{AB978193-7BD3-45B9-AE56-2A0A6B2B8C63}" type="pres">
      <dgm:prSet presAssocID="{6E95A29D-9C87-4589-B2F2-80A3D0133875}" presName="text3" presStyleLbl="fgAcc3" presStyleIdx="2" presStyleCnt="3" custScaleX="16535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7971E99-DFB2-4B85-84CD-D4EDFF8DDA7D}" type="pres">
      <dgm:prSet presAssocID="{6E95A29D-9C87-4589-B2F2-80A3D0133875}" presName="hierChild4" presStyleCnt="0"/>
      <dgm:spPr/>
    </dgm:pt>
    <dgm:pt modelId="{3E3BD007-2F98-4727-8117-23A43C3AC23D}" type="pres">
      <dgm:prSet presAssocID="{F8832A92-BBA4-4ED3-B3DF-D4065E7748B8}" presName="Name23" presStyleLbl="parChTrans1D4" presStyleIdx="2" presStyleCnt="3"/>
      <dgm:spPr/>
    </dgm:pt>
    <dgm:pt modelId="{505DCF5C-ED3F-4B46-BAEB-587A6E1B7798}" type="pres">
      <dgm:prSet presAssocID="{89C4C2A3-05A5-42F1-9ED9-1837309D0C0E}" presName="hierRoot4" presStyleCnt="0"/>
      <dgm:spPr/>
    </dgm:pt>
    <dgm:pt modelId="{51A2D981-8206-4A56-88A0-48CA9283BEE5}" type="pres">
      <dgm:prSet presAssocID="{89C4C2A3-05A5-42F1-9ED9-1837309D0C0E}" presName="composite4" presStyleCnt="0"/>
      <dgm:spPr/>
    </dgm:pt>
    <dgm:pt modelId="{AF8DD4C2-FBF6-4FCD-89E0-9749B70E0097}" type="pres">
      <dgm:prSet presAssocID="{89C4C2A3-05A5-42F1-9ED9-1837309D0C0E}" presName="background4" presStyleLbl="node4" presStyleIdx="2" presStyleCnt="3"/>
      <dgm:spPr/>
    </dgm:pt>
    <dgm:pt modelId="{4758F2EA-CBAA-4F18-B54D-C09B4892EDC9}" type="pres">
      <dgm:prSet presAssocID="{89C4C2A3-05A5-42F1-9ED9-1837309D0C0E}" presName="text4" presStyleLbl="fgAcc4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270B64A-785D-4A86-AAC5-5E8203662BD8}" type="pres">
      <dgm:prSet presAssocID="{89C4C2A3-05A5-42F1-9ED9-1837309D0C0E}" presName="hierChild5" presStyleCnt="0"/>
      <dgm:spPr/>
    </dgm:pt>
  </dgm:ptLst>
  <dgm:cxnLst>
    <dgm:cxn modelId="{3EE8C94F-014D-412B-BBFE-838AD3738D99}" srcId="{755B35F7-6120-4FB7-89FD-CAE4CC157D1A}" destId="{8C091D1A-8F25-4B2F-B53C-5830CECBE429}" srcOrd="0" destOrd="0" parTransId="{6EC6E0F8-AB98-44DA-9C64-97A5690135ED}" sibTransId="{CE62F812-A4E2-4289-937D-3FF428112C8E}"/>
    <dgm:cxn modelId="{DF704AAA-EC5D-49F4-A95C-B0C4AB3E5DE2}" type="presOf" srcId="{6E95A29D-9C87-4589-B2F2-80A3D0133875}" destId="{AB978193-7BD3-45B9-AE56-2A0A6B2B8C63}" srcOrd="0" destOrd="0" presId="urn:microsoft.com/office/officeart/2005/8/layout/hierarchy1"/>
    <dgm:cxn modelId="{D329BD4D-5AC4-4938-9625-D3A178051D78}" type="presOf" srcId="{89C4C2A3-05A5-42F1-9ED9-1837309D0C0E}" destId="{4758F2EA-CBAA-4F18-B54D-C09B4892EDC9}" srcOrd="0" destOrd="0" presId="urn:microsoft.com/office/officeart/2005/8/layout/hierarchy1"/>
    <dgm:cxn modelId="{8A6DE9B1-9D67-4AE0-8807-B9C075DA547E}" type="presOf" srcId="{F8832A92-BBA4-4ED3-B3DF-D4065E7748B8}" destId="{3E3BD007-2F98-4727-8117-23A43C3AC23D}" srcOrd="0" destOrd="0" presId="urn:microsoft.com/office/officeart/2005/8/layout/hierarchy1"/>
    <dgm:cxn modelId="{5B5C8DAA-D213-47E3-8994-A64DD10FC45B}" srcId="{5C6A9F32-96DF-448A-B0F0-44080A414887}" destId="{6E95A29D-9C87-4589-B2F2-80A3D0133875}" srcOrd="0" destOrd="0" parTransId="{A5F86620-388B-4F3B-AAD6-211A65295E53}" sibTransId="{F73968E1-86CB-4E54-8C6F-68DE39FC823C}"/>
    <dgm:cxn modelId="{1DEF2C14-B914-41DC-9EC3-7B9BF16AB775}" srcId="{8C091D1A-8F25-4B2F-B53C-5830CECBE429}" destId="{BA7468E5-FA8C-4120-A808-FA47D7A04621}" srcOrd="0" destOrd="0" parTransId="{AF69CBCD-72D0-4F14-B23A-374F03C9A6DE}" sibTransId="{7FBC7CFC-2EA3-4DCC-B0A6-752A5871AEE3}"/>
    <dgm:cxn modelId="{B9933D7D-7AE6-4B56-90A7-A5902C85B51A}" type="presOf" srcId="{8C091D1A-8F25-4B2F-B53C-5830CECBE429}" destId="{A675636C-C4B2-4F02-A834-BDB9102C4038}" srcOrd="0" destOrd="0" presId="urn:microsoft.com/office/officeart/2005/8/layout/hierarchy1"/>
    <dgm:cxn modelId="{9F64E5BC-A425-41AF-ACB4-A00057C3BC84}" srcId="{A1BE7EEA-1795-493D-BC36-4B0FC521B716}" destId="{5C6A9F32-96DF-448A-B0F0-44080A414887}" srcOrd="2" destOrd="0" parTransId="{ED65B679-3455-4104-899E-D184300E3E39}" sibTransId="{F5D217E2-4D1C-4B58-96DA-B8163324F179}"/>
    <dgm:cxn modelId="{3EADBA7D-0A66-4E28-A5C7-B8EB849C5C2C}" srcId="{6E95A29D-9C87-4589-B2F2-80A3D0133875}" destId="{89C4C2A3-05A5-42F1-9ED9-1837309D0C0E}" srcOrd="0" destOrd="0" parTransId="{F8832A92-BBA4-4ED3-B3DF-D4065E7748B8}" sibTransId="{46644897-9225-4E23-BA5E-2D600C02C10F}"/>
    <dgm:cxn modelId="{73F4471D-F4E3-45B0-9EDD-3FA967088AEC}" type="presOf" srcId="{FE0F43DF-21C0-4F38-B536-75779E62B055}" destId="{001C7269-523C-4EE2-862D-E3B308642C71}" srcOrd="0" destOrd="0" presId="urn:microsoft.com/office/officeart/2005/8/layout/hierarchy1"/>
    <dgm:cxn modelId="{9DD925FB-4F41-4C22-AC8C-C8BF0775D274}" type="presOf" srcId="{AF69CBCD-72D0-4F14-B23A-374F03C9A6DE}" destId="{7E34247D-7E02-4A87-9CEC-308FAD8CBEEA}" srcOrd="0" destOrd="0" presId="urn:microsoft.com/office/officeart/2005/8/layout/hierarchy1"/>
    <dgm:cxn modelId="{44F4E5DC-F022-44E3-8A1D-79BCD1E40359}" srcId="{713C0C6C-6C76-42E7-95C3-BC840EB56F1A}" destId="{A1BE7EEA-1795-493D-BC36-4B0FC521B716}" srcOrd="0" destOrd="0" parTransId="{724041C0-A952-4F99-9E74-C2B8810E3DE4}" sibTransId="{F6A44802-C782-412B-ABD3-C8151891810E}"/>
    <dgm:cxn modelId="{62ADE986-2B5B-4641-AB61-C928B701A639}" type="presOf" srcId="{5C6A9F32-96DF-448A-B0F0-44080A414887}" destId="{0AB20804-CC5A-4DE5-85B0-B4FF07DCD254}" srcOrd="0" destOrd="0" presId="urn:microsoft.com/office/officeart/2005/8/layout/hierarchy1"/>
    <dgm:cxn modelId="{B11AC328-2564-4D8A-BDA7-102EE0130BA6}" type="presOf" srcId="{713C0C6C-6C76-42E7-95C3-BC840EB56F1A}" destId="{647BAAE2-F684-408F-AD2E-CDEF0AA1D8BE}" srcOrd="0" destOrd="0" presId="urn:microsoft.com/office/officeart/2005/8/layout/hierarchy1"/>
    <dgm:cxn modelId="{25105124-EC3E-457E-806A-74E41E06D370}" type="presOf" srcId="{044582EA-8970-49CA-A5EF-2121A811ED46}" destId="{724B798F-9F03-48F0-B5D6-B2427699B9EA}" srcOrd="0" destOrd="0" presId="urn:microsoft.com/office/officeart/2005/8/layout/hierarchy1"/>
    <dgm:cxn modelId="{B609E309-FF65-4AD3-B30F-BC24A6570553}" type="presOf" srcId="{69D62C8A-2AED-4089-82D7-E676BD3B7DC8}" destId="{0AFE5B93-C93D-4B62-AE09-6C55D07F1954}" srcOrd="0" destOrd="0" presId="urn:microsoft.com/office/officeart/2005/8/layout/hierarchy1"/>
    <dgm:cxn modelId="{E865600C-C7C7-4DBA-961D-4E51F53BAE57}" type="presOf" srcId="{A1BE7EEA-1795-493D-BC36-4B0FC521B716}" destId="{C3732EC5-5B24-48EF-AF3E-34F24AE70851}" srcOrd="0" destOrd="0" presId="urn:microsoft.com/office/officeart/2005/8/layout/hierarchy1"/>
    <dgm:cxn modelId="{E29BDA6D-1CF7-4BD6-8661-113AE15B1170}" type="presOf" srcId="{3D288DA8-93FB-4742-AD0B-3C226B5DCCF8}" destId="{A98B6F29-E8F7-41FE-84A6-3C66AB22B0D5}" srcOrd="0" destOrd="0" presId="urn:microsoft.com/office/officeart/2005/8/layout/hierarchy1"/>
    <dgm:cxn modelId="{8A43E87B-8265-466A-868E-55B9EFFF28C4}" type="presOf" srcId="{A5F86620-388B-4F3B-AAD6-211A65295E53}" destId="{35C474EA-0041-4347-9A1E-914CB3B4CDDA}" srcOrd="0" destOrd="0" presId="urn:microsoft.com/office/officeart/2005/8/layout/hierarchy1"/>
    <dgm:cxn modelId="{920F8C4B-B270-4BC8-AAEB-EA757C483D0F}" srcId="{A1BE7EEA-1795-493D-BC36-4B0FC521B716}" destId="{755B35F7-6120-4FB7-89FD-CAE4CC157D1A}" srcOrd="0" destOrd="0" parTransId="{D0343CCC-D09E-4C30-B3B1-C1FA06601D66}" sibTransId="{A72FC1F7-FA2B-4A02-B94F-4D742136D8DA}"/>
    <dgm:cxn modelId="{7BC149C3-9539-4053-A6EE-5DD633D64938}" srcId="{3D288DA8-93FB-4742-AD0B-3C226B5DCCF8}" destId="{7CC911E0-396E-49AA-BA16-878668CE62DE}" srcOrd="0" destOrd="0" parTransId="{69D62C8A-2AED-4089-82D7-E676BD3B7DC8}" sibTransId="{9363008A-5D94-41EB-8ABF-306E5316322B}"/>
    <dgm:cxn modelId="{13115C3C-F861-41F0-A90B-A27E573F6BD9}" srcId="{FE0F43DF-21C0-4F38-B536-75779E62B055}" destId="{3D288DA8-93FB-4742-AD0B-3C226B5DCCF8}" srcOrd="0" destOrd="0" parTransId="{044582EA-8970-49CA-A5EF-2121A811ED46}" sibTransId="{A1DEFFF1-0A13-4972-A753-555A221199C6}"/>
    <dgm:cxn modelId="{2FDFF6E8-D0A8-4936-B75B-6E23B974D14D}" type="presOf" srcId="{D0343CCC-D09E-4C30-B3B1-C1FA06601D66}" destId="{FDEA3B89-B16F-4730-AD7F-AAB5D429801B}" srcOrd="0" destOrd="0" presId="urn:microsoft.com/office/officeart/2005/8/layout/hierarchy1"/>
    <dgm:cxn modelId="{0A276897-4382-4B3C-AEE8-BCD89097671E}" type="presOf" srcId="{ED65B679-3455-4104-899E-D184300E3E39}" destId="{0FF3E243-F8A3-4C70-9A72-546173CBC2A8}" srcOrd="0" destOrd="0" presId="urn:microsoft.com/office/officeart/2005/8/layout/hierarchy1"/>
    <dgm:cxn modelId="{2619F35B-8678-4990-806A-F871D913F950}" type="presOf" srcId="{755B35F7-6120-4FB7-89FD-CAE4CC157D1A}" destId="{069E5523-00AA-4A52-9EE6-F178998073A4}" srcOrd="0" destOrd="0" presId="urn:microsoft.com/office/officeart/2005/8/layout/hierarchy1"/>
    <dgm:cxn modelId="{1DEB7AD1-FFBE-422C-8248-C18FB4E94114}" type="presOf" srcId="{90498FD0-6493-416C-8918-A950803D7941}" destId="{6566B134-CDC9-4FF4-9FF9-636321DC6DF1}" srcOrd="0" destOrd="0" presId="urn:microsoft.com/office/officeart/2005/8/layout/hierarchy1"/>
    <dgm:cxn modelId="{D4A779A5-FFA1-471D-80E3-1554597E8BE5}" srcId="{A1BE7EEA-1795-493D-BC36-4B0FC521B716}" destId="{FE0F43DF-21C0-4F38-B536-75779E62B055}" srcOrd="1" destOrd="0" parTransId="{90498FD0-6493-416C-8918-A950803D7941}" sibTransId="{ECCDD5F1-849C-4343-9819-5F288679AD29}"/>
    <dgm:cxn modelId="{3A554D2C-8EAA-4035-AC11-F9358D8D547E}" type="presOf" srcId="{7CC911E0-396E-49AA-BA16-878668CE62DE}" destId="{1F5CB624-0991-4C77-AFCC-A0A204BBB1D5}" srcOrd="0" destOrd="0" presId="urn:microsoft.com/office/officeart/2005/8/layout/hierarchy1"/>
    <dgm:cxn modelId="{200E540E-E84C-4D45-8886-5DFA59B0C203}" type="presOf" srcId="{BA7468E5-FA8C-4120-A808-FA47D7A04621}" destId="{074A6DF6-3A92-4214-AC82-01FB06226E90}" srcOrd="0" destOrd="0" presId="urn:microsoft.com/office/officeart/2005/8/layout/hierarchy1"/>
    <dgm:cxn modelId="{CB8B8361-D842-407F-969C-404ACD1F8D10}" type="presOf" srcId="{6EC6E0F8-AB98-44DA-9C64-97A5690135ED}" destId="{C852CDDA-8F04-4DA7-8F4E-86EA70BE2169}" srcOrd="0" destOrd="0" presId="urn:microsoft.com/office/officeart/2005/8/layout/hierarchy1"/>
    <dgm:cxn modelId="{F50F3CDC-D7EE-4187-9B25-821976C90A55}" type="presParOf" srcId="{647BAAE2-F684-408F-AD2E-CDEF0AA1D8BE}" destId="{6ABAA23C-E4AE-46B6-88F8-F8EC9C60F072}" srcOrd="0" destOrd="0" presId="urn:microsoft.com/office/officeart/2005/8/layout/hierarchy1"/>
    <dgm:cxn modelId="{AA5B60E6-BAF6-43FE-9DAA-F9BDBB725048}" type="presParOf" srcId="{6ABAA23C-E4AE-46B6-88F8-F8EC9C60F072}" destId="{BEB1259A-8AF4-4241-9EF1-C4549CFB2F87}" srcOrd="0" destOrd="0" presId="urn:microsoft.com/office/officeart/2005/8/layout/hierarchy1"/>
    <dgm:cxn modelId="{AE3721DD-664E-4F13-AC81-A1E25FB67DC2}" type="presParOf" srcId="{BEB1259A-8AF4-4241-9EF1-C4549CFB2F87}" destId="{6D5FEF4B-5503-4387-A5B7-6820E0D4B186}" srcOrd="0" destOrd="0" presId="urn:microsoft.com/office/officeart/2005/8/layout/hierarchy1"/>
    <dgm:cxn modelId="{B2AA6252-78CB-4AA8-A3B2-A2F00A237252}" type="presParOf" srcId="{BEB1259A-8AF4-4241-9EF1-C4549CFB2F87}" destId="{C3732EC5-5B24-48EF-AF3E-34F24AE70851}" srcOrd="1" destOrd="0" presId="urn:microsoft.com/office/officeart/2005/8/layout/hierarchy1"/>
    <dgm:cxn modelId="{A52590DF-48C7-404E-92F7-95FE5CA8AF96}" type="presParOf" srcId="{6ABAA23C-E4AE-46B6-88F8-F8EC9C60F072}" destId="{B6604DB1-5C7D-4F68-A65A-3CC6A19A82FC}" srcOrd="1" destOrd="0" presId="urn:microsoft.com/office/officeart/2005/8/layout/hierarchy1"/>
    <dgm:cxn modelId="{E617531D-2631-4548-9CB3-94230606C87A}" type="presParOf" srcId="{B6604DB1-5C7D-4F68-A65A-3CC6A19A82FC}" destId="{FDEA3B89-B16F-4730-AD7F-AAB5D429801B}" srcOrd="0" destOrd="0" presId="urn:microsoft.com/office/officeart/2005/8/layout/hierarchy1"/>
    <dgm:cxn modelId="{4C88E780-4368-4860-A3F9-B9FC77FB12B1}" type="presParOf" srcId="{B6604DB1-5C7D-4F68-A65A-3CC6A19A82FC}" destId="{5AFD3A89-3551-4D2E-9484-596293FB6239}" srcOrd="1" destOrd="0" presId="urn:microsoft.com/office/officeart/2005/8/layout/hierarchy1"/>
    <dgm:cxn modelId="{F7F4C334-2003-4B8B-A3B6-C4E9D6C1C7C3}" type="presParOf" srcId="{5AFD3A89-3551-4D2E-9484-596293FB6239}" destId="{9DD8D4D9-C9A5-43D3-8229-9D647163F214}" srcOrd="0" destOrd="0" presId="urn:microsoft.com/office/officeart/2005/8/layout/hierarchy1"/>
    <dgm:cxn modelId="{C3842B16-3F80-45CD-80FD-EB989994E4B6}" type="presParOf" srcId="{9DD8D4D9-C9A5-43D3-8229-9D647163F214}" destId="{C09FB195-17EE-48A0-A7E7-ECA7F882BB7C}" srcOrd="0" destOrd="0" presId="urn:microsoft.com/office/officeart/2005/8/layout/hierarchy1"/>
    <dgm:cxn modelId="{251C745F-A06B-4FFD-A6AA-544011F74FC6}" type="presParOf" srcId="{9DD8D4D9-C9A5-43D3-8229-9D647163F214}" destId="{069E5523-00AA-4A52-9EE6-F178998073A4}" srcOrd="1" destOrd="0" presId="urn:microsoft.com/office/officeart/2005/8/layout/hierarchy1"/>
    <dgm:cxn modelId="{B51612D6-1AB6-42AC-95B3-26BED6147C72}" type="presParOf" srcId="{5AFD3A89-3551-4D2E-9484-596293FB6239}" destId="{997A93A9-92CB-412C-B35E-34181D4E510B}" srcOrd="1" destOrd="0" presId="urn:microsoft.com/office/officeart/2005/8/layout/hierarchy1"/>
    <dgm:cxn modelId="{8AC9BBE7-1582-4508-A98F-4F04115EA154}" type="presParOf" srcId="{997A93A9-92CB-412C-B35E-34181D4E510B}" destId="{C852CDDA-8F04-4DA7-8F4E-86EA70BE2169}" srcOrd="0" destOrd="0" presId="urn:microsoft.com/office/officeart/2005/8/layout/hierarchy1"/>
    <dgm:cxn modelId="{C51C0EA2-F61E-422B-B263-3F143B5ABEC3}" type="presParOf" srcId="{997A93A9-92CB-412C-B35E-34181D4E510B}" destId="{7C44CDD4-CCF2-4AC5-BA18-FB14035959CD}" srcOrd="1" destOrd="0" presId="urn:microsoft.com/office/officeart/2005/8/layout/hierarchy1"/>
    <dgm:cxn modelId="{99A27231-30CB-4E35-A9C9-7F26ADD51287}" type="presParOf" srcId="{7C44CDD4-CCF2-4AC5-BA18-FB14035959CD}" destId="{0054DC59-9AF9-4281-AE0E-389F94B27E91}" srcOrd="0" destOrd="0" presId="urn:microsoft.com/office/officeart/2005/8/layout/hierarchy1"/>
    <dgm:cxn modelId="{1C3F6DF2-BA21-4DBD-AACE-0E44ADC2F700}" type="presParOf" srcId="{0054DC59-9AF9-4281-AE0E-389F94B27E91}" destId="{AF867D82-7F3D-47EE-AB35-C93301016ADC}" srcOrd="0" destOrd="0" presId="urn:microsoft.com/office/officeart/2005/8/layout/hierarchy1"/>
    <dgm:cxn modelId="{69016B47-8B5A-4356-A4E6-C80A19F123F8}" type="presParOf" srcId="{0054DC59-9AF9-4281-AE0E-389F94B27E91}" destId="{A675636C-C4B2-4F02-A834-BDB9102C4038}" srcOrd="1" destOrd="0" presId="urn:microsoft.com/office/officeart/2005/8/layout/hierarchy1"/>
    <dgm:cxn modelId="{43AE432D-F45E-4414-90E5-BB2986386D3D}" type="presParOf" srcId="{7C44CDD4-CCF2-4AC5-BA18-FB14035959CD}" destId="{02718D51-47C4-4F7F-8694-414C7157548A}" srcOrd="1" destOrd="0" presId="urn:microsoft.com/office/officeart/2005/8/layout/hierarchy1"/>
    <dgm:cxn modelId="{4734A150-1EF2-49C3-B8C7-57D751C36CFD}" type="presParOf" srcId="{02718D51-47C4-4F7F-8694-414C7157548A}" destId="{7E34247D-7E02-4A87-9CEC-308FAD8CBEEA}" srcOrd="0" destOrd="0" presId="urn:microsoft.com/office/officeart/2005/8/layout/hierarchy1"/>
    <dgm:cxn modelId="{4E1441E1-AC42-436E-B741-BDF414391395}" type="presParOf" srcId="{02718D51-47C4-4F7F-8694-414C7157548A}" destId="{7DBA23E9-89DE-4E04-9FAD-21F7CE58BA25}" srcOrd="1" destOrd="0" presId="urn:microsoft.com/office/officeart/2005/8/layout/hierarchy1"/>
    <dgm:cxn modelId="{4F7BB8F8-7C71-4108-B8C5-7FF9A4F9AF5C}" type="presParOf" srcId="{7DBA23E9-89DE-4E04-9FAD-21F7CE58BA25}" destId="{814E10B5-C5C0-423F-8FAE-6130C6C9AE74}" srcOrd="0" destOrd="0" presId="urn:microsoft.com/office/officeart/2005/8/layout/hierarchy1"/>
    <dgm:cxn modelId="{6ACD6BAE-72A9-4C61-9464-E48907A1F71E}" type="presParOf" srcId="{814E10B5-C5C0-423F-8FAE-6130C6C9AE74}" destId="{0EE397AE-1121-41C5-B7A3-637DA5F938AB}" srcOrd="0" destOrd="0" presId="urn:microsoft.com/office/officeart/2005/8/layout/hierarchy1"/>
    <dgm:cxn modelId="{E925C422-D90C-443C-B64A-22D10B222360}" type="presParOf" srcId="{814E10B5-C5C0-423F-8FAE-6130C6C9AE74}" destId="{074A6DF6-3A92-4214-AC82-01FB06226E90}" srcOrd="1" destOrd="0" presId="urn:microsoft.com/office/officeart/2005/8/layout/hierarchy1"/>
    <dgm:cxn modelId="{33C06685-740D-472A-879E-6A9161C15D7D}" type="presParOf" srcId="{7DBA23E9-89DE-4E04-9FAD-21F7CE58BA25}" destId="{430F3142-3547-4D5C-9ADD-1197155DA50E}" srcOrd="1" destOrd="0" presId="urn:microsoft.com/office/officeart/2005/8/layout/hierarchy1"/>
    <dgm:cxn modelId="{E19C9A9F-CE56-4549-8912-E7A79EDD2324}" type="presParOf" srcId="{B6604DB1-5C7D-4F68-A65A-3CC6A19A82FC}" destId="{6566B134-CDC9-4FF4-9FF9-636321DC6DF1}" srcOrd="2" destOrd="0" presId="urn:microsoft.com/office/officeart/2005/8/layout/hierarchy1"/>
    <dgm:cxn modelId="{749CAC61-47EE-4429-9093-43CD9F2E1E57}" type="presParOf" srcId="{B6604DB1-5C7D-4F68-A65A-3CC6A19A82FC}" destId="{910DD52A-D966-4CF4-8B73-2DC528EE5732}" srcOrd="3" destOrd="0" presId="urn:microsoft.com/office/officeart/2005/8/layout/hierarchy1"/>
    <dgm:cxn modelId="{F5C94BAE-2EB9-4350-A397-B005DBCCE56B}" type="presParOf" srcId="{910DD52A-D966-4CF4-8B73-2DC528EE5732}" destId="{6F7ED83A-2F27-4199-82B5-664D6F090C51}" srcOrd="0" destOrd="0" presId="urn:microsoft.com/office/officeart/2005/8/layout/hierarchy1"/>
    <dgm:cxn modelId="{E5A0304B-094D-4AA7-BD9F-9DC424B3C52B}" type="presParOf" srcId="{6F7ED83A-2F27-4199-82B5-664D6F090C51}" destId="{174B7CE8-AEAA-4FA7-B083-551F85472119}" srcOrd="0" destOrd="0" presId="urn:microsoft.com/office/officeart/2005/8/layout/hierarchy1"/>
    <dgm:cxn modelId="{871BE823-1BCE-41DF-9603-BDEFF9DB2EA6}" type="presParOf" srcId="{6F7ED83A-2F27-4199-82B5-664D6F090C51}" destId="{001C7269-523C-4EE2-862D-E3B308642C71}" srcOrd="1" destOrd="0" presId="urn:microsoft.com/office/officeart/2005/8/layout/hierarchy1"/>
    <dgm:cxn modelId="{3EFDA9D2-D693-4955-9D91-2FC440C745BC}" type="presParOf" srcId="{910DD52A-D966-4CF4-8B73-2DC528EE5732}" destId="{A40F2414-D9EF-449A-8FDA-4EA4A56A7DF5}" srcOrd="1" destOrd="0" presId="urn:microsoft.com/office/officeart/2005/8/layout/hierarchy1"/>
    <dgm:cxn modelId="{0F22ACF1-EBA7-434A-8963-65E913CDD36F}" type="presParOf" srcId="{A40F2414-D9EF-449A-8FDA-4EA4A56A7DF5}" destId="{724B798F-9F03-48F0-B5D6-B2427699B9EA}" srcOrd="0" destOrd="0" presId="urn:microsoft.com/office/officeart/2005/8/layout/hierarchy1"/>
    <dgm:cxn modelId="{30AA9DF6-96AF-4FA0-85B8-45B9219D8611}" type="presParOf" srcId="{A40F2414-D9EF-449A-8FDA-4EA4A56A7DF5}" destId="{AE3C4723-7F38-4AD3-B325-6ED63A71AD43}" srcOrd="1" destOrd="0" presId="urn:microsoft.com/office/officeart/2005/8/layout/hierarchy1"/>
    <dgm:cxn modelId="{8FF04B98-FB3B-4DFB-810E-B101DFD0B54F}" type="presParOf" srcId="{AE3C4723-7F38-4AD3-B325-6ED63A71AD43}" destId="{CB624D41-420E-4045-BB05-3A98784743C7}" srcOrd="0" destOrd="0" presId="urn:microsoft.com/office/officeart/2005/8/layout/hierarchy1"/>
    <dgm:cxn modelId="{B8B4D8A8-8DBB-4004-B175-D176CC67F528}" type="presParOf" srcId="{CB624D41-420E-4045-BB05-3A98784743C7}" destId="{B97E2551-D3CC-4F33-91E6-8A9CF69FC04F}" srcOrd="0" destOrd="0" presId="urn:microsoft.com/office/officeart/2005/8/layout/hierarchy1"/>
    <dgm:cxn modelId="{67EFEE1E-6E09-4296-9720-3B26E70AEB56}" type="presParOf" srcId="{CB624D41-420E-4045-BB05-3A98784743C7}" destId="{A98B6F29-E8F7-41FE-84A6-3C66AB22B0D5}" srcOrd="1" destOrd="0" presId="urn:microsoft.com/office/officeart/2005/8/layout/hierarchy1"/>
    <dgm:cxn modelId="{F70DA3E0-5262-41F4-80C3-B2AC2F71056D}" type="presParOf" srcId="{AE3C4723-7F38-4AD3-B325-6ED63A71AD43}" destId="{78F3C0FD-41C6-4D7F-BC0A-5C3249F38B40}" srcOrd="1" destOrd="0" presId="urn:microsoft.com/office/officeart/2005/8/layout/hierarchy1"/>
    <dgm:cxn modelId="{E0999B4C-D63D-44DD-A450-A4705D5AD1FA}" type="presParOf" srcId="{78F3C0FD-41C6-4D7F-BC0A-5C3249F38B40}" destId="{0AFE5B93-C93D-4B62-AE09-6C55D07F1954}" srcOrd="0" destOrd="0" presId="urn:microsoft.com/office/officeart/2005/8/layout/hierarchy1"/>
    <dgm:cxn modelId="{B52F8E4A-730D-488E-9D48-7F5FFBAA9F87}" type="presParOf" srcId="{78F3C0FD-41C6-4D7F-BC0A-5C3249F38B40}" destId="{4AE0764E-9A8F-4EE1-B519-262835AD3B92}" srcOrd="1" destOrd="0" presId="urn:microsoft.com/office/officeart/2005/8/layout/hierarchy1"/>
    <dgm:cxn modelId="{1815D09C-1FC9-49E8-ABBF-06769529C371}" type="presParOf" srcId="{4AE0764E-9A8F-4EE1-B519-262835AD3B92}" destId="{BD0B3015-0EA5-4C2C-8DD6-EF9AB2F0F44E}" srcOrd="0" destOrd="0" presId="urn:microsoft.com/office/officeart/2005/8/layout/hierarchy1"/>
    <dgm:cxn modelId="{8809B78D-B451-48EF-93B5-D538B689D321}" type="presParOf" srcId="{BD0B3015-0EA5-4C2C-8DD6-EF9AB2F0F44E}" destId="{6AAE79A5-D122-421C-ADFF-1ED259D0402E}" srcOrd="0" destOrd="0" presId="urn:microsoft.com/office/officeart/2005/8/layout/hierarchy1"/>
    <dgm:cxn modelId="{5F0228A0-7073-4918-A06E-D957B7EA1DCE}" type="presParOf" srcId="{BD0B3015-0EA5-4C2C-8DD6-EF9AB2F0F44E}" destId="{1F5CB624-0991-4C77-AFCC-A0A204BBB1D5}" srcOrd="1" destOrd="0" presId="urn:microsoft.com/office/officeart/2005/8/layout/hierarchy1"/>
    <dgm:cxn modelId="{A61F7591-9369-438E-82D8-784D1AFF1C9F}" type="presParOf" srcId="{4AE0764E-9A8F-4EE1-B519-262835AD3B92}" destId="{066AC7D6-AC30-49CD-8448-2E84EC34B6AA}" srcOrd="1" destOrd="0" presId="urn:microsoft.com/office/officeart/2005/8/layout/hierarchy1"/>
    <dgm:cxn modelId="{6F2D4C9C-6D9A-495E-9AFD-FE2CCCFC8486}" type="presParOf" srcId="{B6604DB1-5C7D-4F68-A65A-3CC6A19A82FC}" destId="{0FF3E243-F8A3-4C70-9A72-546173CBC2A8}" srcOrd="4" destOrd="0" presId="urn:microsoft.com/office/officeart/2005/8/layout/hierarchy1"/>
    <dgm:cxn modelId="{C18F41CE-7E62-4DF3-96CC-F33EC5C1C155}" type="presParOf" srcId="{B6604DB1-5C7D-4F68-A65A-3CC6A19A82FC}" destId="{E00C7659-8BAD-4350-8E17-92540BB15ED0}" srcOrd="5" destOrd="0" presId="urn:microsoft.com/office/officeart/2005/8/layout/hierarchy1"/>
    <dgm:cxn modelId="{2D4466F7-D8D4-4B75-92FE-502B38FD4BF6}" type="presParOf" srcId="{E00C7659-8BAD-4350-8E17-92540BB15ED0}" destId="{B8AA90E7-8EF9-4A4E-92E2-9BEBE8ABF5E2}" srcOrd="0" destOrd="0" presId="urn:microsoft.com/office/officeart/2005/8/layout/hierarchy1"/>
    <dgm:cxn modelId="{3583905A-5149-48B2-9A99-9AB040457919}" type="presParOf" srcId="{B8AA90E7-8EF9-4A4E-92E2-9BEBE8ABF5E2}" destId="{5516D251-327A-461D-9D23-2D77E2614E52}" srcOrd="0" destOrd="0" presId="urn:microsoft.com/office/officeart/2005/8/layout/hierarchy1"/>
    <dgm:cxn modelId="{FC139249-1FFD-4DDE-BFCB-8F6B60804825}" type="presParOf" srcId="{B8AA90E7-8EF9-4A4E-92E2-9BEBE8ABF5E2}" destId="{0AB20804-CC5A-4DE5-85B0-B4FF07DCD254}" srcOrd="1" destOrd="0" presId="urn:microsoft.com/office/officeart/2005/8/layout/hierarchy1"/>
    <dgm:cxn modelId="{8D3DD7FA-CCF7-48B1-8B12-792D37CF06C3}" type="presParOf" srcId="{E00C7659-8BAD-4350-8E17-92540BB15ED0}" destId="{05777535-82A4-4A86-98E8-19785E498C2B}" srcOrd="1" destOrd="0" presId="urn:microsoft.com/office/officeart/2005/8/layout/hierarchy1"/>
    <dgm:cxn modelId="{1CE6D205-524F-4CC5-AA53-92AE06D4A09C}" type="presParOf" srcId="{05777535-82A4-4A86-98E8-19785E498C2B}" destId="{35C474EA-0041-4347-9A1E-914CB3B4CDDA}" srcOrd="0" destOrd="0" presId="urn:microsoft.com/office/officeart/2005/8/layout/hierarchy1"/>
    <dgm:cxn modelId="{C33AB936-EB3E-400F-99EE-CEA85E698812}" type="presParOf" srcId="{05777535-82A4-4A86-98E8-19785E498C2B}" destId="{CBA56C06-4C03-434F-921D-660393183AEB}" srcOrd="1" destOrd="0" presId="urn:microsoft.com/office/officeart/2005/8/layout/hierarchy1"/>
    <dgm:cxn modelId="{4374D78B-DC3A-431D-9CB8-C1C82C1DB556}" type="presParOf" srcId="{CBA56C06-4C03-434F-921D-660393183AEB}" destId="{401B1DB0-442C-406E-9573-BCBEF4376737}" srcOrd="0" destOrd="0" presId="urn:microsoft.com/office/officeart/2005/8/layout/hierarchy1"/>
    <dgm:cxn modelId="{08B2B72D-1346-49E1-BD54-C0300DACB084}" type="presParOf" srcId="{401B1DB0-442C-406E-9573-BCBEF4376737}" destId="{C830C7E5-8BAD-48C7-8213-C1A9B55AD74A}" srcOrd="0" destOrd="0" presId="urn:microsoft.com/office/officeart/2005/8/layout/hierarchy1"/>
    <dgm:cxn modelId="{6ECDE5F7-D60C-488E-B06D-3D6B2706EECF}" type="presParOf" srcId="{401B1DB0-442C-406E-9573-BCBEF4376737}" destId="{AB978193-7BD3-45B9-AE56-2A0A6B2B8C63}" srcOrd="1" destOrd="0" presId="urn:microsoft.com/office/officeart/2005/8/layout/hierarchy1"/>
    <dgm:cxn modelId="{2BBFFB91-F7A7-4983-AEAD-1D550A42704C}" type="presParOf" srcId="{CBA56C06-4C03-434F-921D-660393183AEB}" destId="{F7971E99-DFB2-4B85-84CD-D4EDFF8DDA7D}" srcOrd="1" destOrd="0" presId="urn:microsoft.com/office/officeart/2005/8/layout/hierarchy1"/>
    <dgm:cxn modelId="{107DB2FD-3D05-4F56-B596-78E661AAD3AC}" type="presParOf" srcId="{F7971E99-DFB2-4B85-84CD-D4EDFF8DDA7D}" destId="{3E3BD007-2F98-4727-8117-23A43C3AC23D}" srcOrd="0" destOrd="0" presId="urn:microsoft.com/office/officeart/2005/8/layout/hierarchy1"/>
    <dgm:cxn modelId="{A59C4B0C-C39A-4B93-A7F6-428CA984124F}" type="presParOf" srcId="{F7971E99-DFB2-4B85-84CD-D4EDFF8DDA7D}" destId="{505DCF5C-ED3F-4B46-BAEB-587A6E1B7798}" srcOrd="1" destOrd="0" presId="urn:microsoft.com/office/officeart/2005/8/layout/hierarchy1"/>
    <dgm:cxn modelId="{2ECECA87-92EE-412F-97FF-F55E1E826B44}" type="presParOf" srcId="{505DCF5C-ED3F-4B46-BAEB-587A6E1B7798}" destId="{51A2D981-8206-4A56-88A0-48CA9283BEE5}" srcOrd="0" destOrd="0" presId="urn:microsoft.com/office/officeart/2005/8/layout/hierarchy1"/>
    <dgm:cxn modelId="{8BD185D7-2175-41C7-BFA5-A350991932F9}" type="presParOf" srcId="{51A2D981-8206-4A56-88A0-48CA9283BEE5}" destId="{AF8DD4C2-FBF6-4FCD-89E0-9749B70E0097}" srcOrd="0" destOrd="0" presId="urn:microsoft.com/office/officeart/2005/8/layout/hierarchy1"/>
    <dgm:cxn modelId="{FB73B558-5C4A-4B85-B214-30BC3C584FBF}" type="presParOf" srcId="{51A2D981-8206-4A56-88A0-48CA9283BEE5}" destId="{4758F2EA-CBAA-4F18-B54D-C09B4892EDC9}" srcOrd="1" destOrd="0" presId="urn:microsoft.com/office/officeart/2005/8/layout/hierarchy1"/>
    <dgm:cxn modelId="{44CC17D3-7B2A-4542-850F-C8B1CADA2946}" type="presParOf" srcId="{505DCF5C-ED3F-4B46-BAEB-587A6E1B7798}" destId="{C270B64A-785D-4A86-AAC5-5E8203662BD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3C0C6C-6C76-42E7-95C3-BC840EB56F1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1BE7EEA-1795-493D-BC36-4B0FC521B716}">
      <dgm:prSet phldrT="[Текст]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ru-RU">
              <a:noFill/>
            </a:rPr>
            <a:t> </a:t>
          </a:r>
        </a:p>
      </dgm:t>
    </dgm:pt>
    <dgm:pt modelId="{724041C0-A952-4F99-9E74-C2B8810E3DE4}" type="parTrans" cxnId="{44F4E5DC-F022-44E3-8A1D-79BCD1E40359}">
      <dgm:prSet/>
      <dgm:spPr/>
      <dgm:t>
        <a:bodyPr/>
        <a:lstStyle/>
        <a:p>
          <a:endParaRPr lang="ru-RU"/>
        </a:p>
      </dgm:t>
    </dgm:pt>
    <dgm:pt modelId="{F6A44802-C782-412B-ABD3-C8151891810E}" type="sibTrans" cxnId="{44F4E5DC-F022-44E3-8A1D-79BCD1E40359}">
      <dgm:prSet/>
      <dgm:spPr/>
      <dgm:t>
        <a:bodyPr/>
        <a:lstStyle/>
        <a:p>
          <a:endParaRPr lang="ru-RU"/>
        </a:p>
      </dgm:t>
    </dgm:pt>
    <dgm:pt modelId="{755B35F7-6120-4FB7-89FD-CAE4CC157D1A}">
      <dgm:prSet phldrT="[Текст]"/>
      <dgm:spPr/>
      <dgm:t>
        <a:bodyPr/>
        <a:lstStyle/>
        <a:p>
          <a:r>
            <a:rPr lang="ru-RU" dirty="0" smtClean="0"/>
            <a:t>Метод Якоби</a:t>
          </a:r>
          <a:endParaRPr lang="ru-RU" dirty="0"/>
        </a:p>
      </dgm:t>
    </dgm:pt>
    <dgm:pt modelId="{D0343CCC-D09E-4C30-B3B1-C1FA06601D66}" type="parTrans" cxnId="{920F8C4B-B270-4BC8-AAEB-EA757C483D0F}">
      <dgm:prSet/>
      <dgm:spPr/>
      <dgm:t>
        <a:bodyPr/>
        <a:lstStyle/>
        <a:p>
          <a:endParaRPr lang="ru-RU"/>
        </a:p>
      </dgm:t>
    </dgm:pt>
    <dgm:pt modelId="{A72FC1F7-FA2B-4A02-B94F-4D742136D8DA}" type="sibTrans" cxnId="{920F8C4B-B270-4BC8-AAEB-EA757C483D0F}">
      <dgm:prSet/>
      <dgm:spPr/>
      <dgm:t>
        <a:bodyPr/>
        <a:lstStyle/>
        <a:p>
          <a:endParaRPr lang="ru-RU"/>
        </a:p>
      </dgm:t>
    </dgm:pt>
    <dgm:pt modelId="{8C091D1A-8F25-4B2F-B53C-5830CECBE429}">
      <dgm:prSet phldrT="[Текст]"/>
      <dgm:spPr/>
      <dgm:t>
        <a:bodyPr/>
        <a:lstStyle/>
        <a:p>
          <a:r>
            <a:rPr lang="ru-RU" dirty="0" smtClean="0"/>
            <a:t>Вычисляются одновременно все </a:t>
          </a:r>
          <a:r>
            <a:rPr lang="en-US" dirty="0" smtClean="0"/>
            <a:t>xᵢ</a:t>
          </a:r>
          <a:endParaRPr lang="ru-RU" dirty="0"/>
        </a:p>
      </dgm:t>
    </dgm:pt>
    <dgm:pt modelId="{6EC6E0F8-AB98-44DA-9C64-97A5690135ED}" type="parTrans" cxnId="{3EE8C94F-014D-412B-BBFE-838AD3738D99}">
      <dgm:prSet/>
      <dgm:spPr/>
      <dgm:t>
        <a:bodyPr/>
        <a:lstStyle/>
        <a:p>
          <a:endParaRPr lang="ru-RU"/>
        </a:p>
      </dgm:t>
    </dgm:pt>
    <dgm:pt modelId="{CE62F812-A4E2-4289-937D-3FF428112C8E}" type="sibTrans" cxnId="{3EE8C94F-014D-412B-BBFE-838AD3738D99}">
      <dgm:prSet/>
      <dgm:spPr/>
      <dgm:t>
        <a:bodyPr/>
        <a:lstStyle/>
        <a:p>
          <a:endParaRPr lang="ru-RU"/>
        </a:p>
      </dgm:t>
    </dgm:pt>
    <dgm:pt modelId="{FE0F43DF-21C0-4F38-B536-75779E62B055}">
      <dgm:prSet phldrT="[Текст]"/>
      <dgm:spPr/>
      <dgm:t>
        <a:bodyPr/>
        <a:lstStyle/>
        <a:p>
          <a:r>
            <a:rPr lang="ru-RU" dirty="0" smtClean="0"/>
            <a:t>Метод Зейделя</a:t>
          </a:r>
          <a:endParaRPr lang="ru-RU" dirty="0"/>
        </a:p>
      </dgm:t>
    </dgm:pt>
    <dgm:pt modelId="{90498FD0-6493-416C-8918-A950803D7941}" type="parTrans" cxnId="{D4A779A5-FFA1-471D-80E3-1554597E8BE5}">
      <dgm:prSet/>
      <dgm:spPr/>
      <dgm:t>
        <a:bodyPr/>
        <a:lstStyle/>
        <a:p>
          <a:endParaRPr lang="ru-RU"/>
        </a:p>
      </dgm:t>
    </dgm:pt>
    <dgm:pt modelId="{ECCDD5F1-849C-4343-9819-5F288679AD29}" type="sibTrans" cxnId="{D4A779A5-FFA1-471D-80E3-1554597E8BE5}">
      <dgm:prSet/>
      <dgm:spPr/>
      <dgm:t>
        <a:bodyPr/>
        <a:lstStyle/>
        <a:p>
          <a:endParaRPr lang="ru-RU"/>
        </a:p>
      </dgm:t>
    </dgm:pt>
    <dgm:pt modelId="{3D288DA8-93FB-4742-AD0B-3C226B5DCCF8}">
      <dgm:prSet phldrT="[Текст]"/>
      <dgm:spPr/>
      <dgm:t>
        <a:bodyPr/>
        <a:lstStyle/>
        <a:p>
          <a:r>
            <a:rPr lang="ru-RU" dirty="0" smtClean="0"/>
            <a:t>Последовательно включаются уже найденные значения </a:t>
          </a:r>
          <a:r>
            <a:rPr lang="en-US" dirty="0" smtClean="0"/>
            <a:t>xi</a:t>
          </a:r>
          <a:endParaRPr lang="ru-RU" dirty="0"/>
        </a:p>
      </dgm:t>
    </dgm:pt>
    <dgm:pt modelId="{044582EA-8970-49CA-A5EF-2121A811ED46}" type="parTrans" cxnId="{13115C3C-F861-41F0-A90B-A27E573F6BD9}">
      <dgm:prSet/>
      <dgm:spPr/>
      <dgm:t>
        <a:bodyPr/>
        <a:lstStyle/>
        <a:p>
          <a:endParaRPr lang="ru-RU"/>
        </a:p>
      </dgm:t>
    </dgm:pt>
    <dgm:pt modelId="{A1DEFFF1-0A13-4972-A753-555A221199C6}" type="sibTrans" cxnId="{13115C3C-F861-41F0-A90B-A27E573F6BD9}">
      <dgm:prSet/>
      <dgm:spPr/>
      <dgm:t>
        <a:bodyPr/>
        <a:lstStyle/>
        <a:p>
          <a:endParaRPr lang="ru-RU"/>
        </a:p>
      </dgm:t>
    </dgm:pt>
    <dgm:pt modelId="{5C6A9F32-96DF-448A-B0F0-44080A414887}">
      <dgm:prSet phldrT="[Текст]"/>
      <dgm:spPr/>
      <dgm:t>
        <a:bodyPr/>
        <a:lstStyle/>
        <a:p>
          <a:r>
            <a:rPr lang="ru-RU" dirty="0" smtClean="0"/>
            <a:t>Метод релаксаций</a:t>
          </a:r>
          <a:endParaRPr lang="ru-RU" dirty="0"/>
        </a:p>
      </dgm:t>
    </dgm:pt>
    <dgm:pt modelId="{ED65B679-3455-4104-899E-D184300E3E39}" type="parTrans" cxnId="{9F64E5BC-A425-41AF-ACB4-A00057C3BC84}">
      <dgm:prSet/>
      <dgm:spPr/>
      <dgm:t>
        <a:bodyPr/>
        <a:lstStyle/>
        <a:p>
          <a:endParaRPr lang="ru-RU"/>
        </a:p>
      </dgm:t>
    </dgm:pt>
    <dgm:pt modelId="{F5D217E2-4D1C-4B58-96DA-B8163324F179}" type="sibTrans" cxnId="{9F64E5BC-A425-41AF-ACB4-A00057C3BC84}">
      <dgm:prSet/>
      <dgm:spPr/>
      <dgm:t>
        <a:bodyPr/>
        <a:lstStyle/>
        <a:p>
          <a:endParaRPr lang="ru-RU"/>
        </a:p>
      </dgm:t>
    </dgm:pt>
    <dgm:pt modelId="{6E95A29D-9C87-4589-B2F2-80A3D0133875}">
      <dgm:prSet phldrT="[Текст]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ru-RU">
              <a:noFill/>
            </a:rPr>
            <a:t> </a:t>
          </a:r>
        </a:p>
      </dgm:t>
    </dgm:pt>
    <dgm:pt modelId="{A5F86620-388B-4F3B-AAD6-211A65295E53}" type="parTrans" cxnId="{5B5C8DAA-D213-47E3-8994-A64DD10FC45B}">
      <dgm:prSet/>
      <dgm:spPr/>
      <dgm:t>
        <a:bodyPr/>
        <a:lstStyle/>
        <a:p>
          <a:endParaRPr lang="ru-RU"/>
        </a:p>
      </dgm:t>
    </dgm:pt>
    <dgm:pt modelId="{F73968E1-86CB-4E54-8C6F-68DE39FC823C}" type="sibTrans" cxnId="{5B5C8DAA-D213-47E3-8994-A64DD10FC45B}">
      <dgm:prSet/>
      <dgm:spPr/>
      <dgm:t>
        <a:bodyPr/>
        <a:lstStyle/>
        <a:p>
          <a:endParaRPr lang="ru-RU"/>
        </a:p>
      </dgm:t>
    </dgm:pt>
    <dgm:pt modelId="{BA7468E5-FA8C-4120-A808-FA47D7A04621}">
      <dgm:prSet phldrT="[Текст]"/>
      <dgm:spPr/>
      <dgm:t>
        <a:bodyPr/>
        <a:lstStyle/>
        <a:p>
          <a:r>
            <a:rPr lang="ru-RU" dirty="0" smtClean="0"/>
            <a:t>Самый медленный</a:t>
          </a:r>
          <a:endParaRPr lang="ru-RU" dirty="0"/>
        </a:p>
      </dgm:t>
    </dgm:pt>
    <dgm:pt modelId="{AF69CBCD-72D0-4F14-B23A-374F03C9A6DE}" type="parTrans" cxnId="{1DEF2C14-B914-41DC-9EC3-7B9BF16AB775}">
      <dgm:prSet/>
      <dgm:spPr/>
      <dgm:t>
        <a:bodyPr/>
        <a:lstStyle/>
        <a:p>
          <a:endParaRPr lang="ru-RU"/>
        </a:p>
      </dgm:t>
    </dgm:pt>
    <dgm:pt modelId="{7FBC7CFC-2EA3-4DCC-B0A6-752A5871AEE3}" type="sibTrans" cxnId="{1DEF2C14-B914-41DC-9EC3-7B9BF16AB775}">
      <dgm:prSet/>
      <dgm:spPr/>
      <dgm:t>
        <a:bodyPr/>
        <a:lstStyle/>
        <a:p>
          <a:endParaRPr lang="ru-RU"/>
        </a:p>
      </dgm:t>
    </dgm:pt>
    <dgm:pt modelId="{7CC911E0-396E-49AA-BA16-878668CE62DE}">
      <dgm:prSet phldrT="[Текст]"/>
      <dgm:spPr/>
      <dgm:t>
        <a:bodyPr/>
        <a:lstStyle/>
        <a:p>
          <a:r>
            <a:rPr lang="ru-RU" dirty="0" smtClean="0"/>
            <a:t>Быстрее Якоби в ~2 раза</a:t>
          </a:r>
          <a:endParaRPr lang="ru-RU" dirty="0"/>
        </a:p>
      </dgm:t>
    </dgm:pt>
    <dgm:pt modelId="{69D62C8A-2AED-4089-82D7-E676BD3B7DC8}" type="parTrans" cxnId="{7BC149C3-9539-4053-A6EE-5DD633D64938}">
      <dgm:prSet/>
      <dgm:spPr/>
      <dgm:t>
        <a:bodyPr/>
        <a:lstStyle/>
        <a:p>
          <a:endParaRPr lang="ru-RU"/>
        </a:p>
      </dgm:t>
    </dgm:pt>
    <dgm:pt modelId="{9363008A-5D94-41EB-8ABF-306E5316322B}" type="sibTrans" cxnId="{7BC149C3-9539-4053-A6EE-5DD633D64938}">
      <dgm:prSet/>
      <dgm:spPr/>
      <dgm:t>
        <a:bodyPr/>
        <a:lstStyle/>
        <a:p>
          <a:endParaRPr lang="ru-RU"/>
        </a:p>
      </dgm:t>
    </dgm:pt>
    <dgm:pt modelId="{89C4C2A3-05A5-42F1-9ED9-1837309D0C0E}">
      <dgm:prSet phldrT="[Текст]"/>
      <dgm:spPr/>
      <dgm:t>
        <a:bodyPr/>
        <a:lstStyle/>
        <a:p>
          <a:r>
            <a:rPr lang="ru-RU" dirty="0" smtClean="0"/>
            <a:t>Быстрее всех при </a:t>
          </a:r>
          <a:r>
            <a:rPr lang="el-GR" dirty="0" smtClean="0"/>
            <a:t>ω_</a:t>
          </a:r>
          <a:r>
            <a:rPr lang="en-US" dirty="0" smtClean="0"/>
            <a:t>opt</a:t>
          </a:r>
          <a:endParaRPr lang="ru-RU" dirty="0"/>
        </a:p>
      </dgm:t>
    </dgm:pt>
    <dgm:pt modelId="{F8832A92-BBA4-4ED3-B3DF-D4065E7748B8}" type="parTrans" cxnId="{3EADBA7D-0A66-4E28-A5C7-B8EB849C5C2C}">
      <dgm:prSet/>
      <dgm:spPr/>
      <dgm:t>
        <a:bodyPr/>
        <a:lstStyle/>
        <a:p>
          <a:endParaRPr lang="ru-RU"/>
        </a:p>
      </dgm:t>
    </dgm:pt>
    <dgm:pt modelId="{46644897-9225-4E23-BA5E-2D600C02C10F}" type="sibTrans" cxnId="{3EADBA7D-0A66-4E28-A5C7-B8EB849C5C2C}">
      <dgm:prSet/>
      <dgm:spPr/>
      <dgm:t>
        <a:bodyPr/>
        <a:lstStyle/>
        <a:p>
          <a:endParaRPr lang="ru-RU"/>
        </a:p>
      </dgm:t>
    </dgm:pt>
    <dgm:pt modelId="{647BAAE2-F684-408F-AD2E-CDEF0AA1D8BE}" type="pres">
      <dgm:prSet presAssocID="{713C0C6C-6C76-42E7-95C3-BC840EB56F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ABAA23C-E4AE-46B6-88F8-F8EC9C60F072}" type="pres">
      <dgm:prSet presAssocID="{A1BE7EEA-1795-493D-BC36-4B0FC521B716}" presName="hierRoot1" presStyleCnt="0"/>
      <dgm:spPr/>
    </dgm:pt>
    <dgm:pt modelId="{BEB1259A-8AF4-4241-9EF1-C4549CFB2F87}" type="pres">
      <dgm:prSet presAssocID="{A1BE7EEA-1795-493D-BC36-4B0FC521B716}" presName="composite" presStyleCnt="0"/>
      <dgm:spPr/>
    </dgm:pt>
    <dgm:pt modelId="{6D5FEF4B-5503-4387-A5B7-6820E0D4B186}" type="pres">
      <dgm:prSet presAssocID="{A1BE7EEA-1795-493D-BC36-4B0FC521B716}" presName="background" presStyleLbl="node0" presStyleIdx="0" presStyleCnt="1"/>
      <dgm:spPr/>
    </dgm:pt>
    <dgm:pt modelId="{C3732EC5-5B24-48EF-AF3E-34F24AE70851}" type="pres">
      <dgm:prSet presAssocID="{A1BE7EEA-1795-493D-BC36-4B0FC521B716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6604DB1-5C7D-4F68-A65A-3CC6A19A82FC}" type="pres">
      <dgm:prSet presAssocID="{A1BE7EEA-1795-493D-BC36-4B0FC521B716}" presName="hierChild2" presStyleCnt="0"/>
      <dgm:spPr/>
    </dgm:pt>
    <dgm:pt modelId="{FDEA3B89-B16F-4730-AD7F-AAB5D429801B}" type="pres">
      <dgm:prSet presAssocID="{D0343CCC-D09E-4C30-B3B1-C1FA06601D66}" presName="Name10" presStyleLbl="parChTrans1D2" presStyleIdx="0" presStyleCnt="3"/>
      <dgm:spPr/>
    </dgm:pt>
    <dgm:pt modelId="{5AFD3A89-3551-4D2E-9484-596293FB6239}" type="pres">
      <dgm:prSet presAssocID="{755B35F7-6120-4FB7-89FD-CAE4CC157D1A}" presName="hierRoot2" presStyleCnt="0"/>
      <dgm:spPr/>
    </dgm:pt>
    <dgm:pt modelId="{9DD8D4D9-C9A5-43D3-8229-9D647163F214}" type="pres">
      <dgm:prSet presAssocID="{755B35F7-6120-4FB7-89FD-CAE4CC157D1A}" presName="composite2" presStyleCnt="0"/>
      <dgm:spPr/>
    </dgm:pt>
    <dgm:pt modelId="{C09FB195-17EE-48A0-A7E7-ECA7F882BB7C}" type="pres">
      <dgm:prSet presAssocID="{755B35F7-6120-4FB7-89FD-CAE4CC157D1A}" presName="background2" presStyleLbl="node2" presStyleIdx="0" presStyleCnt="3"/>
      <dgm:spPr/>
    </dgm:pt>
    <dgm:pt modelId="{069E5523-00AA-4A52-9EE6-F178998073A4}" type="pres">
      <dgm:prSet presAssocID="{755B35F7-6120-4FB7-89FD-CAE4CC157D1A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97A93A9-92CB-412C-B35E-34181D4E510B}" type="pres">
      <dgm:prSet presAssocID="{755B35F7-6120-4FB7-89FD-CAE4CC157D1A}" presName="hierChild3" presStyleCnt="0"/>
      <dgm:spPr/>
    </dgm:pt>
    <dgm:pt modelId="{C852CDDA-8F04-4DA7-8F4E-86EA70BE2169}" type="pres">
      <dgm:prSet presAssocID="{6EC6E0F8-AB98-44DA-9C64-97A5690135ED}" presName="Name17" presStyleLbl="parChTrans1D3" presStyleIdx="0" presStyleCnt="3"/>
      <dgm:spPr/>
    </dgm:pt>
    <dgm:pt modelId="{7C44CDD4-CCF2-4AC5-BA18-FB14035959CD}" type="pres">
      <dgm:prSet presAssocID="{8C091D1A-8F25-4B2F-B53C-5830CECBE429}" presName="hierRoot3" presStyleCnt="0"/>
      <dgm:spPr/>
    </dgm:pt>
    <dgm:pt modelId="{0054DC59-9AF9-4281-AE0E-389F94B27E91}" type="pres">
      <dgm:prSet presAssocID="{8C091D1A-8F25-4B2F-B53C-5830CECBE429}" presName="composite3" presStyleCnt="0"/>
      <dgm:spPr/>
    </dgm:pt>
    <dgm:pt modelId="{AF867D82-7F3D-47EE-AB35-C93301016ADC}" type="pres">
      <dgm:prSet presAssocID="{8C091D1A-8F25-4B2F-B53C-5830CECBE429}" presName="background3" presStyleLbl="node3" presStyleIdx="0" presStyleCnt="3"/>
      <dgm:spPr/>
    </dgm:pt>
    <dgm:pt modelId="{A675636C-C4B2-4F02-A834-BDB9102C4038}" type="pres">
      <dgm:prSet presAssocID="{8C091D1A-8F25-4B2F-B53C-5830CECBE429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2718D51-47C4-4F7F-8694-414C7157548A}" type="pres">
      <dgm:prSet presAssocID="{8C091D1A-8F25-4B2F-B53C-5830CECBE429}" presName="hierChild4" presStyleCnt="0"/>
      <dgm:spPr/>
    </dgm:pt>
    <dgm:pt modelId="{7E34247D-7E02-4A87-9CEC-308FAD8CBEEA}" type="pres">
      <dgm:prSet presAssocID="{AF69CBCD-72D0-4F14-B23A-374F03C9A6DE}" presName="Name23" presStyleLbl="parChTrans1D4" presStyleIdx="0" presStyleCnt="3"/>
      <dgm:spPr/>
    </dgm:pt>
    <dgm:pt modelId="{7DBA23E9-89DE-4E04-9FAD-21F7CE58BA25}" type="pres">
      <dgm:prSet presAssocID="{BA7468E5-FA8C-4120-A808-FA47D7A04621}" presName="hierRoot4" presStyleCnt="0"/>
      <dgm:spPr/>
    </dgm:pt>
    <dgm:pt modelId="{814E10B5-C5C0-423F-8FAE-6130C6C9AE74}" type="pres">
      <dgm:prSet presAssocID="{BA7468E5-FA8C-4120-A808-FA47D7A04621}" presName="composite4" presStyleCnt="0"/>
      <dgm:spPr/>
    </dgm:pt>
    <dgm:pt modelId="{0EE397AE-1121-41C5-B7A3-637DA5F938AB}" type="pres">
      <dgm:prSet presAssocID="{BA7468E5-FA8C-4120-A808-FA47D7A04621}" presName="background4" presStyleLbl="node4" presStyleIdx="0" presStyleCnt="3"/>
      <dgm:spPr/>
    </dgm:pt>
    <dgm:pt modelId="{074A6DF6-3A92-4214-AC82-01FB06226E90}" type="pres">
      <dgm:prSet presAssocID="{BA7468E5-FA8C-4120-A808-FA47D7A04621}" presName="text4" presStyleLbl="fgAcc4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30F3142-3547-4D5C-9ADD-1197155DA50E}" type="pres">
      <dgm:prSet presAssocID="{BA7468E5-FA8C-4120-A808-FA47D7A04621}" presName="hierChild5" presStyleCnt="0"/>
      <dgm:spPr/>
    </dgm:pt>
    <dgm:pt modelId="{6566B134-CDC9-4FF4-9FF9-636321DC6DF1}" type="pres">
      <dgm:prSet presAssocID="{90498FD0-6493-416C-8918-A950803D7941}" presName="Name10" presStyleLbl="parChTrans1D2" presStyleIdx="1" presStyleCnt="3"/>
      <dgm:spPr/>
    </dgm:pt>
    <dgm:pt modelId="{910DD52A-D966-4CF4-8B73-2DC528EE5732}" type="pres">
      <dgm:prSet presAssocID="{FE0F43DF-21C0-4F38-B536-75779E62B055}" presName="hierRoot2" presStyleCnt="0"/>
      <dgm:spPr/>
    </dgm:pt>
    <dgm:pt modelId="{6F7ED83A-2F27-4199-82B5-664D6F090C51}" type="pres">
      <dgm:prSet presAssocID="{FE0F43DF-21C0-4F38-B536-75779E62B055}" presName="composite2" presStyleCnt="0"/>
      <dgm:spPr/>
    </dgm:pt>
    <dgm:pt modelId="{174B7CE8-AEAA-4FA7-B083-551F85472119}" type="pres">
      <dgm:prSet presAssocID="{FE0F43DF-21C0-4F38-B536-75779E62B055}" presName="background2" presStyleLbl="node2" presStyleIdx="1" presStyleCnt="3"/>
      <dgm:spPr/>
    </dgm:pt>
    <dgm:pt modelId="{001C7269-523C-4EE2-862D-E3B308642C71}" type="pres">
      <dgm:prSet presAssocID="{FE0F43DF-21C0-4F38-B536-75779E62B055}" presName="text2" presStyleLbl="fgAcc2" presStyleIdx="1" presStyleCnt="3">
        <dgm:presLayoutVars>
          <dgm:chPref val="3"/>
        </dgm:presLayoutVars>
      </dgm:prSet>
      <dgm:spPr/>
    </dgm:pt>
    <dgm:pt modelId="{A40F2414-D9EF-449A-8FDA-4EA4A56A7DF5}" type="pres">
      <dgm:prSet presAssocID="{FE0F43DF-21C0-4F38-B536-75779E62B055}" presName="hierChild3" presStyleCnt="0"/>
      <dgm:spPr/>
    </dgm:pt>
    <dgm:pt modelId="{724B798F-9F03-48F0-B5D6-B2427699B9EA}" type="pres">
      <dgm:prSet presAssocID="{044582EA-8970-49CA-A5EF-2121A811ED46}" presName="Name17" presStyleLbl="parChTrans1D3" presStyleIdx="1" presStyleCnt="3"/>
      <dgm:spPr/>
    </dgm:pt>
    <dgm:pt modelId="{AE3C4723-7F38-4AD3-B325-6ED63A71AD43}" type="pres">
      <dgm:prSet presAssocID="{3D288DA8-93FB-4742-AD0B-3C226B5DCCF8}" presName="hierRoot3" presStyleCnt="0"/>
      <dgm:spPr/>
    </dgm:pt>
    <dgm:pt modelId="{CB624D41-420E-4045-BB05-3A98784743C7}" type="pres">
      <dgm:prSet presAssocID="{3D288DA8-93FB-4742-AD0B-3C226B5DCCF8}" presName="composite3" presStyleCnt="0"/>
      <dgm:spPr/>
    </dgm:pt>
    <dgm:pt modelId="{B97E2551-D3CC-4F33-91E6-8A9CF69FC04F}" type="pres">
      <dgm:prSet presAssocID="{3D288DA8-93FB-4742-AD0B-3C226B5DCCF8}" presName="background3" presStyleLbl="node3" presStyleIdx="1" presStyleCnt="3"/>
      <dgm:spPr/>
    </dgm:pt>
    <dgm:pt modelId="{A98B6F29-E8F7-41FE-84A6-3C66AB22B0D5}" type="pres">
      <dgm:prSet presAssocID="{3D288DA8-93FB-4742-AD0B-3C226B5DCCF8}" presName="text3" presStyleLbl="fgAcc3" presStyleIdx="1" presStyleCnt="3">
        <dgm:presLayoutVars>
          <dgm:chPref val="3"/>
        </dgm:presLayoutVars>
      </dgm:prSet>
      <dgm:spPr/>
    </dgm:pt>
    <dgm:pt modelId="{78F3C0FD-41C6-4D7F-BC0A-5C3249F38B40}" type="pres">
      <dgm:prSet presAssocID="{3D288DA8-93FB-4742-AD0B-3C226B5DCCF8}" presName="hierChild4" presStyleCnt="0"/>
      <dgm:spPr/>
    </dgm:pt>
    <dgm:pt modelId="{0AFE5B93-C93D-4B62-AE09-6C55D07F1954}" type="pres">
      <dgm:prSet presAssocID="{69D62C8A-2AED-4089-82D7-E676BD3B7DC8}" presName="Name23" presStyleLbl="parChTrans1D4" presStyleIdx="1" presStyleCnt="3"/>
      <dgm:spPr/>
    </dgm:pt>
    <dgm:pt modelId="{4AE0764E-9A8F-4EE1-B519-262835AD3B92}" type="pres">
      <dgm:prSet presAssocID="{7CC911E0-396E-49AA-BA16-878668CE62DE}" presName="hierRoot4" presStyleCnt="0"/>
      <dgm:spPr/>
    </dgm:pt>
    <dgm:pt modelId="{BD0B3015-0EA5-4C2C-8DD6-EF9AB2F0F44E}" type="pres">
      <dgm:prSet presAssocID="{7CC911E0-396E-49AA-BA16-878668CE62DE}" presName="composite4" presStyleCnt="0"/>
      <dgm:spPr/>
    </dgm:pt>
    <dgm:pt modelId="{6AAE79A5-D122-421C-ADFF-1ED259D0402E}" type="pres">
      <dgm:prSet presAssocID="{7CC911E0-396E-49AA-BA16-878668CE62DE}" presName="background4" presStyleLbl="node4" presStyleIdx="1" presStyleCnt="3"/>
      <dgm:spPr/>
    </dgm:pt>
    <dgm:pt modelId="{1F5CB624-0991-4C77-AFCC-A0A204BBB1D5}" type="pres">
      <dgm:prSet presAssocID="{7CC911E0-396E-49AA-BA16-878668CE62DE}" presName="text4" presStyleLbl="fgAcc4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66AC7D6-AC30-49CD-8448-2E84EC34B6AA}" type="pres">
      <dgm:prSet presAssocID="{7CC911E0-396E-49AA-BA16-878668CE62DE}" presName="hierChild5" presStyleCnt="0"/>
      <dgm:spPr/>
    </dgm:pt>
    <dgm:pt modelId="{0FF3E243-F8A3-4C70-9A72-546173CBC2A8}" type="pres">
      <dgm:prSet presAssocID="{ED65B679-3455-4104-899E-D184300E3E39}" presName="Name10" presStyleLbl="parChTrans1D2" presStyleIdx="2" presStyleCnt="3"/>
      <dgm:spPr/>
    </dgm:pt>
    <dgm:pt modelId="{E00C7659-8BAD-4350-8E17-92540BB15ED0}" type="pres">
      <dgm:prSet presAssocID="{5C6A9F32-96DF-448A-B0F0-44080A414887}" presName="hierRoot2" presStyleCnt="0"/>
      <dgm:spPr/>
    </dgm:pt>
    <dgm:pt modelId="{B8AA90E7-8EF9-4A4E-92E2-9BEBE8ABF5E2}" type="pres">
      <dgm:prSet presAssocID="{5C6A9F32-96DF-448A-B0F0-44080A414887}" presName="composite2" presStyleCnt="0"/>
      <dgm:spPr/>
    </dgm:pt>
    <dgm:pt modelId="{5516D251-327A-461D-9D23-2D77E2614E52}" type="pres">
      <dgm:prSet presAssocID="{5C6A9F32-96DF-448A-B0F0-44080A414887}" presName="background2" presStyleLbl="node2" presStyleIdx="2" presStyleCnt="3"/>
      <dgm:spPr/>
    </dgm:pt>
    <dgm:pt modelId="{0AB20804-CC5A-4DE5-85B0-B4FF07DCD254}" type="pres">
      <dgm:prSet presAssocID="{5C6A9F32-96DF-448A-B0F0-44080A414887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5777535-82A4-4A86-98E8-19785E498C2B}" type="pres">
      <dgm:prSet presAssocID="{5C6A9F32-96DF-448A-B0F0-44080A414887}" presName="hierChild3" presStyleCnt="0"/>
      <dgm:spPr/>
    </dgm:pt>
    <dgm:pt modelId="{35C474EA-0041-4347-9A1E-914CB3B4CDDA}" type="pres">
      <dgm:prSet presAssocID="{A5F86620-388B-4F3B-AAD6-211A65295E53}" presName="Name17" presStyleLbl="parChTrans1D3" presStyleIdx="2" presStyleCnt="3"/>
      <dgm:spPr/>
    </dgm:pt>
    <dgm:pt modelId="{CBA56C06-4C03-434F-921D-660393183AEB}" type="pres">
      <dgm:prSet presAssocID="{6E95A29D-9C87-4589-B2F2-80A3D0133875}" presName="hierRoot3" presStyleCnt="0"/>
      <dgm:spPr/>
    </dgm:pt>
    <dgm:pt modelId="{401B1DB0-442C-406E-9573-BCBEF4376737}" type="pres">
      <dgm:prSet presAssocID="{6E95A29D-9C87-4589-B2F2-80A3D0133875}" presName="composite3" presStyleCnt="0"/>
      <dgm:spPr/>
    </dgm:pt>
    <dgm:pt modelId="{C830C7E5-8BAD-48C7-8213-C1A9B55AD74A}" type="pres">
      <dgm:prSet presAssocID="{6E95A29D-9C87-4589-B2F2-80A3D0133875}" presName="background3" presStyleLbl="node3" presStyleIdx="2" presStyleCnt="3"/>
      <dgm:spPr/>
    </dgm:pt>
    <dgm:pt modelId="{AB978193-7BD3-45B9-AE56-2A0A6B2B8C63}" type="pres">
      <dgm:prSet presAssocID="{6E95A29D-9C87-4589-B2F2-80A3D0133875}" presName="text3" presStyleLbl="fgAcc3" presStyleIdx="2" presStyleCnt="3" custScaleX="16535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7971E99-DFB2-4B85-84CD-D4EDFF8DDA7D}" type="pres">
      <dgm:prSet presAssocID="{6E95A29D-9C87-4589-B2F2-80A3D0133875}" presName="hierChild4" presStyleCnt="0"/>
      <dgm:spPr/>
    </dgm:pt>
    <dgm:pt modelId="{3E3BD007-2F98-4727-8117-23A43C3AC23D}" type="pres">
      <dgm:prSet presAssocID="{F8832A92-BBA4-4ED3-B3DF-D4065E7748B8}" presName="Name23" presStyleLbl="parChTrans1D4" presStyleIdx="2" presStyleCnt="3"/>
      <dgm:spPr/>
    </dgm:pt>
    <dgm:pt modelId="{505DCF5C-ED3F-4B46-BAEB-587A6E1B7798}" type="pres">
      <dgm:prSet presAssocID="{89C4C2A3-05A5-42F1-9ED9-1837309D0C0E}" presName="hierRoot4" presStyleCnt="0"/>
      <dgm:spPr/>
    </dgm:pt>
    <dgm:pt modelId="{51A2D981-8206-4A56-88A0-48CA9283BEE5}" type="pres">
      <dgm:prSet presAssocID="{89C4C2A3-05A5-42F1-9ED9-1837309D0C0E}" presName="composite4" presStyleCnt="0"/>
      <dgm:spPr/>
    </dgm:pt>
    <dgm:pt modelId="{AF8DD4C2-FBF6-4FCD-89E0-9749B70E0097}" type="pres">
      <dgm:prSet presAssocID="{89C4C2A3-05A5-42F1-9ED9-1837309D0C0E}" presName="background4" presStyleLbl="node4" presStyleIdx="2" presStyleCnt="3"/>
      <dgm:spPr/>
    </dgm:pt>
    <dgm:pt modelId="{4758F2EA-CBAA-4F18-B54D-C09B4892EDC9}" type="pres">
      <dgm:prSet presAssocID="{89C4C2A3-05A5-42F1-9ED9-1837309D0C0E}" presName="text4" presStyleLbl="fgAcc4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270B64A-785D-4A86-AAC5-5E8203662BD8}" type="pres">
      <dgm:prSet presAssocID="{89C4C2A3-05A5-42F1-9ED9-1837309D0C0E}" presName="hierChild5" presStyleCnt="0"/>
      <dgm:spPr/>
    </dgm:pt>
  </dgm:ptLst>
  <dgm:cxnLst>
    <dgm:cxn modelId="{3EE8C94F-014D-412B-BBFE-838AD3738D99}" srcId="{755B35F7-6120-4FB7-89FD-CAE4CC157D1A}" destId="{8C091D1A-8F25-4B2F-B53C-5830CECBE429}" srcOrd="0" destOrd="0" parTransId="{6EC6E0F8-AB98-44DA-9C64-97A5690135ED}" sibTransId="{CE62F812-A4E2-4289-937D-3FF428112C8E}"/>
    <dgm:cxn modelId="{DF704AAA-EC5D-49F4-A95C-B0C4AB3E5DE2}" type="presOf" srcId="{6E95A29D-9C87-4589-B2F2-80A3D0133875}" destId="{AB978193-7BD3-45B9-AE56-2A0A6B2B8C63}" srcOrd="0" destOrd="0" presId="urn:microsoft.com/office/officeart/2005/8/layout/hierarchy1"/>
    <dgm:cxn modelId="{D329BD4D-5AC4-4938-9625-D3A178051D78}" type="presOf" srcId="{89C4C2A3-05A5-42F1-9ED9-1837309D0C0E}" destId="{4758F2EA-CBAA-4F18-B54D-C09B4892EDC9}" srcOrd="0" destOrd="0" presId="urn:microsoft.com/office/officeart/2005/8/layout/hierarchy1"/>
    <dgm:cxn modelId="{8A6DE9B1-9D67-4AE0-8807-B9C075DA547E}" type="presOf" srcId="{F8832A92-BBA4-4ED3-B3DF-D4065E7748B8}" destId="{3E3BD007-2F98-4727-8117-23A43C3AC23D}" srcOrd="0" destOrd="0" presId="urn:microsoft.com/office/officeart/2005/8/layout/hierarchy1"/>
    <dgm:cxn modelId="{5B5C8DAA-D213-47E3-8994-A64DD10FC45B}" srcId="{5C6A9F32-96DF-448A-B0F0-44080A414887}" destId="{6E95A29D-9C87-4589-B2F2-80A3D0133875}" srcOrd="0" destOrd="0" parTransId="{A5F86620-388B-4F3B-AAD6-211A65295E53}" sibTransId="{F73968E1-86CB-4E54-8C6F-68DE39FC823C}"/>
    <dgm:cxn modelId="{1DEF2C14-B914-41DC-9EC3-7B9BF16AB775}" srcId="{8C091D1A-8F25-4B2F-B53C-5830CECBE429}" destId="{BA7468E5-FA8C-4120-A808-FA47D7A04621}" srcOrd="0" destOrd="0" parTransId="{AF69CBCD-72D0-4F14-B23A-374F03C9A6DE}" sibTransId="{7FBC7CFC-2EA3-4DCC-B0A6-752A5871AEE3}"/>
    <dgm:cxn modelId="{B9933D7D-7AE6-4B56-90A7-A5902C85B51A}" type="presOf" srcId="{8C091D1A-8F25-4B2F-B53C-5830CECBE429}" destId="{A675636C-C4B2-4F02-A834-BDB9102C4038}" srcOrd="0" destOrd="0" presId="urn:microsoft.com/office/officeart/2005/8/layout/hierarchy1"/>
    <dgm:cxn modelId="{9F64E5BC-A425-41AF-ACB4-A00057C3BC84}" srcId="{A1BE7EEA-1795-493D-BC36-4B0FC521B716}" destId="{5C6A9F32-96DF-448A-B0F0-44080A414887}" srcOrd="2" destOrd="0" parTransId="{ED65B679-3455-4104-899E-D184300E3E39}" sibTransId="{F5D217E2-4D1C-4B58-96DA-B8163324F179}"/>
    <dgm:cxn modelId="{3EADBA7D-0A66-4E28-A5C7-B8EB849C5C2C}" srcId="{6E95A29D-9C87-4589-B2F2-80A3D0133875}" destId="{89C4C2A3-05A5-42F1-9ED9-1837309D0C0E}" srcOrd="0" destOrd="0" parTransId="{F8832A92-BBA4-4ED3-B3DF-D4065E7748B8}" sibTransId="{46644897-9225-4E23-BA5E-2D600C02C10F}"/>
    <dgm:cxn modelId="{73F4471D-F4E3-45B0-9EDD-3FA967088AEC}" type="presOf" srcId="{FE0F43DF-21C0-4F38-B536-75779E62B055}" destId="{001C7269-523C-4EE2-862D-E3B308642C71}" srcOrd="0" destOrd="0" presId="urn:microsoft.com/office/officeart/2005/8/layout/hierarchy1"/>
    <dgm:cxn modelId="{9DD925FB-4F41-4C22-AC8C-C8BF0775D274}" type="presOf" srcId="{AF69CBCD-72D0-4F14-B23A-374F03C9A6DE}" destId="{7E34247D-7E02-4A87-9CEC-308FAD8CBEEA}" srcOrd="0" destOrd="0" presId="urn:microsoft.com/office/officeart/2005/8/layout/hierarchy1"/>
    <dgm:cxn modelId="{44F4E5DC-F022-44E3-8A1D-79BCD1E40359}" srcId="{713C0C6C-6C76-42E7-95C3-BC840EB56F1A}" destId="{A1BE7EEA-1795-493D-BC36-4B0FC521B716}" srcOrd="0" destOrd="0" parTransId="{724041C0-A952-4F99-9E74-C2B8810E3DE4}" sibTransId="{F6A44802-C782-412B-ABD3-C8151891810E}"/>
    <dgm:cxn modelId="{62ADE986-2B5B-4641-AB61-C928B701A639}" type="presOf" srcId="{5C6A9F32-96DF-448A-B0F0-44080A414887}" destId="{0AB20804-CC5A-4DE5-85B0-B4FF07DCD254}" srcOrd="0" destOrd="0" presId="urn:microsoft.com/office/officeart/2005/8/layout/hierarchy1"/>
    <dgm:cxn modelId="{B11AC328-2564-4D8A-BDA7-102EE0130BA6}" type="presOf" srcId="{713C0C6C-6C76-42E7-95C3-BC840EB56F1A}" destId="{647BAAE2-F684-408F-AD2E-CDEF0AA1D8BE}" srcOrd="0" destOrd="0" presId="urn:microsoft.com/office/officeart/2005/8/layout/hierarchy1"/>
    <dgm:cxn modelId="{25105124-EC3E-457E-806A-74E41E06D370}" type="presOf" srcId="{044582EA-8970-49CA-A5EF-2121A811ED46}" destId="{724B798F-9F03-48F0-B5D6-B2427699B9EA}" srcOrd="0" destOrd="0" presId="urn:microsoft.com/office/officeart/2005/8/layout/hierarchy1"/>
    <dgm:cxn modelId="{B609E309-FF65-4AD3-B30F-BC24A6570553}" type="presOf" srcId="{69D62C8A-2AED-4089-82D7-E676BD3B7DC8}" destId="{0AFE5B93-C93D-4B62-AE09-6C55D07F1954}" srcOrd="0" destOrd="0" presId="urn:microsoft.com/office/officeart/2005/8/layout/hierarchy1"/>
    <dgm:cxn modelId="{E865600C-C7C7-4DBA-961D-4E51F53BAE57}" type="presOf" srcId="{A1BE7EEA-1795-493D-BC36-4B0FC521B716}" destId="{C3732EC5-5B24-48EF-AF3E-34F24AE70851}" srcOrd="0" destOrd="0" presId="urn:microsoft.com/office/officeart/2005/8/layout/hierarchy1"/>
    <dgm:cxn modelId="{E29BDA6D-1CF7-4BD6-8661-113AE15B1170}" type="presOf" srcId="{3D288DA8-93FB-4742-AD0B-3C226B5DCCF8}" destId="{A98B6F29-E8F7-41FE-84A6-3C66AB22B0D5}" srcOrd="0" destOrd="0" presId="urn:microsoft.com/office/officeart/2005/8/layout/hierarchy1"/>
    <dgm:cxn modelId="{8A43E87B-8265-466A-868E-55B9EFFF28C4}" type="presOf" srcId="{A5F86620-388B-4F3B-AAD6-211A65295E53}" destId="{35C474EA-0041-4347-9A1E-914CB3B4CDDA}" srcOrd="0" destOrd="0" presId="urn:microsoft.com/office/officeart/2005/8/layout/hierarchy1"/>
    <dgm:cxn modelId="{920F8C4B-B270-4BC8-AAEB-EA757C483D0F}" srcId="{A1BE7EEA-1795-493D-BC36-4B0FC521B716}" destId="{755B35F7-6120-4FB7-89FD-CAE4CC157D1A}" srcOrd="0" destOrd="0" parTransId="{D0343CCC-D09E-4C30-B3B1-C1FA06601D66}" sibTransId="{A72FC1F7-FA2B-4A02-B94F-4D742136D8DA}"/>
    <dgm:cxn modelId="{7BC149C3-9539-4053-A6EE-5DD633D64938}" srcId="{3D288DA8-93FB-4742-AD0B-3C226B5DCCF8}" destId="{7CC911E0-396E-49AA-BA16-878668CE62DE}" srcOrd="0" destOrd="0" parTransId="{69D62C8A-2AED-4089-82D7-E676BD3B7DC8}" sibTransId="{9363008A-5D94-41EB-8ABF-306E5316322B}"/>
    <dgm:cxn modelId="{13115C3C-F861-41F0-A90B-A27E573F6BD9}" srcId="{FE0F43DF-21C0-4F38-B536-75779E62B055}" destId="{3D288DA8-93FB-4742-AD0B-3C226B5DCCF8}" srcOrd="0" destOrd="0" parTransId="{044582EA-8970-49CA-A5EF-2121A811ED46}" sibTransId="{A1DEFFF1-0A13-4972-A753-555A221199C6}"/>
    <dgm:cxn modelId="{2FDFF6E8-D0A8-4936-B75B-6E23B974D14D}" type="presOf" srcId="{D0343CCC-D09E-4C30-B3B1-C1FA06601D66}" destId="{FDEA3B89-B16F-4730-AD7F-AAB5D429801B}" srcOrd="0" destOrd="0" presId="urn:microsoft.com/office/officeart/2005/8/layout/hierarchy1"/>
    <dgm:cxn modelId="{0A276897-4382-4B3C-AEE8-BCD89097671E}" type="presOf" srcId="{ED65B679-3455-4104-899E-D184300E3E39}" destId="{0FF3E243-F8A3-4C70-9A72-546173CBC2A8}" srcOrd="0" destOrd="0" presId="urn:microsoft.com/office/officeart/2005/8/layout/hierarchy1"/>
    <dgm:cxn modelId="{2619F35B-8678-4990-806A-F871D913F950}" type="presOf" srcId="{755B35F7-6120-4FB7-89FD-CAE4CC157D1A}" destId="{069E5523-00AA-4A52-9EE6-F178998073A4}" srcOrd="0" destOrd="0" presId="urn:microsoft.com/office/officeart/2005/8/layout/hierarchy1"/>
    <dgm:cxn modelId="{1DEB7AD1-FFBE-422C-8248-C18FB4E94114}" type="presOf" srcId="{90498FD0-6493-416C-8918-A950803D7941}" destId="{6566B134-CDC9-4FF4-9FF9-636321DC6DF1}" srcOrd="0" destOrd="0" presId="urn:microsoft.com/office/officeart/2005/8/layout/hierarchy1"/>
    <dgm:cxn modelId="{D4A779A5-FFA1-471D-80E3-1554597E8BE5}" srcId="{A1BE7EEA-1795-493D-BC36-4B0FC521B716}" destId="{FE0F43DF-21C0-4F38-B536-75779E62B055}" srcOrd="1" destOrd="0" parTransId="{90498FD0-6493-416C-8918-A950803D7941}" sibTransId="{ECCDD5F1-849C-4343-9819-5F288679AD29}"/>
    <dgm:cxn modelId="{3A554D2C-8EAA-4035-AC11-F9358D8D547E}" type="presOf" srcId="{7CC911E0-396E-49AA-BA16-878668CE62DE}" destId="{1F5CB624-0991-4C77-AFCC-A0A204BBB1D5}" srcOrd="0" destOrd="0" presId="urn:microsoft.com/office/officeart/2005/8/layout/hierarchy1"/>
    <dgm:cxn modelId="{200E540E-E84C-4D45-8886-5DFA59B0C203}" type="presOf" srcId="{BA7468E5-FA8C-4120-A808-FA47D7A04621}" destId="{074A6DF6-3A92-4214-AC82-01FB06226E90}" srcOrd="0" destOrd="0" presId="urn:microsoft.com/office/officeart/2005/8/layout/hierarchy1"/>
    <dgm:cxn modelId="{CB8B8361-D842-407F-969C-404ACD1F8D10}" type="presOf" srcId="{6EC6E0F8-AB98-44DA-9C64-97A5690135ED}" destId="{C852CDDA-8F04-4DA7-8F4E-86EA70BE2169}" srcOrd="0" destOrd="0" presId="urn:microsoft.com/office/officeart/2005/8/layout/hierarchy1"/>
    <dgm:cxn modelId="{F50F3CDC-D7EE-4187-9B25-821976C90A55}" type="presParOf" srcId="{647BAAE2-F684-408F-AD2E-CDEF0AA1D8BE}" destId="{6ABAA23C-E4AE-46B6-88F8-F8EC9C60F072}" srcOrd="0" destOrd="0" presId="urn:microsoft.com/office/officeart/2005/8/layout/hierarchy1"/>
    <dgm:cxn modelId="{AA5B60E6-BAF6-43FE-9DAA-F9BDBB725048}" type="presParOf" srcId="{6ABAA23C-E4AE-46B6-88F8-F8EC9C60F072}" destId="{BEB1259A-8AF4-4241-9EF1-C4549CFB2F87}" srcOrd="0" destOrd="0" presId="urn:microsoft.com/office/officeart/2005/8/layout/hierarchy1"/>
    <dgm:cxn modelId="{AE3721DD-664E-4F13-AC81-A1E25FB67DC2}" type="presParOf" srcId="{BEB1259A-8AF4-4241-9EF1-C4549CFB2F87}" destId="{6D5FEF4B-5503-4387-A5B7-6820E0D4B186}" srcOrd="0" destOrd="0" presId="urn:microsoft.com/office/officeart/2005/8/layout/hierarchy1"/>
    <dgm:cxn modelId="{B2AA6252-78CB-4AA8-A3B2-A2F00A237252}" type="presParOf" srcId="{BEB1259A-8AF4-4241-9EF1-C4549CFB2F87}" destId="{C3732EC5-5B24-48EF-AF3E-34F24AE70851}" srcOrd="1" destOrd="0" presId="urn:microsoft.com/office/officeart/2005/8/layout/hierarchy1"/>
    <dgm:cxn modelId="{A52590DF-48C7-404E-92F7-95FE5CA8AF96}" type="presParOf" srcId="{6ABAA23C-E4AE-46B6-88F8-F8EC9C60F072}" destId="{B6604DB1-5C7D-4F68-A65A-3CC6A19A82FC}" srcOrd="1" destOrd="0" presId="urn:microsoft.com/office/officeart/2005/8/layout/hierarchy1"/>
    <dgm:cxn modelId="{E617531D-2631-4548-9CB3-94230606C87A}" type="presParOf" srcId="{B6604DB1-5C7D-4F68-A65A-3CC6A19A82FC}" destId="{FDEA3B89-B16F-4730-AD7F-AAB5D429801B}" srcOrd="0" destOrd="0" presId="urn:microsoft.com/office/officeart/2005/8/layout/hierarchy1"/>
    <dgm:cxn modelId="{4C88E780-4368-4860-A3F9-B9FC77FB12B1}" type="presParOf" srcId="{B6604DB1-5C7D-4F68-A65A-3CC6A19A82FC}" destId="{5AFD3A89-3551-4D2E-9484-596293FB6239}" srcOrd="1" destOrd="0" presId="urn:microsoft.com/office/officeart/2005/8/layout/hierarchy1"/>
    <dgm:cxn modelId="{F7F4C334-2003-4B8B-A3B6-C4E9D6C1C7C3}" type="presParOf" srcId="{5AFD3A89-3551-4D2E-9484-596293FB6239}" destId="{9DD8D4D9-C9A5-43D3-8229-9D647163F214}" srcOrd="0" destOrd="0" presId="urn:microsoft.com/office/officeart/2005/8/layout/hierarchy1"/>
    <dgm:cxn modelId="{C3842B16-3F80-45CD-80FD-EB989994E4B6}" type="presParOf" srcId="{9DD8D4D9-C9A5-43D3-8229-9D647163F214}" destId="{C09FB195-17EE-48A0-A7E7-ECA7F882BB7C}" srcOrd="0" destOrd="0" presId="urn:microsoft.com/office/officeart/2005/8/layout/hierarchy1"/>
    <dgm:cxn modelId="{251C745F-A06B-4FFD-A6AA-544011F74FC6}" type="presParOf" srcId="{9DD8D4D9-C9A5-43D3-8229-9D647163F214}" destId="{069E5523-00AA-4A52-9EE6-F178998073A4}" srcOrd="1" destOrd="0" presId="urn:microsoft.com/office/officeart/2005/8/layout/hierarchy1"/>
    <dgm:cxn modelId="{B51612D6-1AB6-42AC-95B3-26BED6147C72}" type="presParOf" srcId="{5AFD3A89-3551-4D2E-9484-596293FB6239}" destId="{997A93A9-92CB-412C-B35E-34181D4E510B}" srcOrd="1" destOrd="0" presId="urn:microsoft.com/office/officeart/2005/8/layout/hierarchy1"/>
    <dgm:cxn modelId="{8AC9BBE7-1582-4508-A98F-4F04115EA154}" type="presParOf" srcId="{997A93A9-92CB-412C-B35E-34181D4E510B}" destId="{C852CDDA-8F04-4DA7-8F4E-86EA70BE2169}" srcOrd="0" destOrd="0" presId="urn:microsoft.com/office/officeart/2005/8/layout/hierarchy1"/>
    <dgm:cxn modelId="{C51C0EA2-F61E-422B-B263-3F143B5ABEC3}" type="presParOf" srcId="{997A93A9-92CB-412C-B35E-34181D4E510B}" destId="{7C44CDD4-CCF2-4AC5-BA18-FB14035959CD}" srcOrd="1" destOrd="0" presId="urn:microsoft.com/office/officeart/2005/8/layout/hierarchy1"/>
    <dgm:cxn modelId="{99A27231-30CB-4E35-A9C9-7F26ADD51287}" type="presParOf" srcId="{7C44CDD4-CCF2-4AC5-BA18-FB14035959CD}" destId="{0054DC59-9AF9-4281-AE0E-389F94B27E91}" srcOrd="0" destOrd="0" presId="urn:microsoft.com/office/officeart/2005/8/layout/hierarchy1"/>
    <dgm:cxn modelId="{1C3F6DF2-BA21-4DBD-AACE-0E44ADC2F700}" type="presParOf" srcId="{0054DC59-9AF9-4281-AE0E-389F94B27E91}" destId="{AF867D82-7F3D-47EE-AB35-C93301016ADC}" srcOrd="0" destOrd="0" presId="urn:microsoft.com/office/officeart/2005/8/layout/hierarchy1"/>
    <dgm:cxn modelId="{69016B47-8B5A-4356-A4E6-C80A19F123F8}" type="presParOf" srcId="{0054DC59-9AF9-4281-AE0E-389F94B27E91}" destId="{A675636C-C4B2-4F02-A834-BDB9102C4038}" srcOrd="1" destOrd="0" presId="urn:microsoft.com/office/officeart/2005/8/layout/hierarchy1"/>
    <dgm:cxn modelId="{43AE432D-F45E-4414-90E5-BB2986386D3D}" type="presParOf" srcId="{7C44CDD4-CCF2-4AC5-BA18-FB14035959CD}" destId="{02718D51-47C4-4F7F-8694-414C7157548A}" srcOrd="1" destOrd="0" presId="urn:microsoft.com/office/officeart/2005/8/layout/hierarchy1"/>
    <dgm:cxn modelId="{4734A150-1EF2-49C3-B8C7-57D751C36CFD}" type="presParOf" srcId="{02718D51-47C4-4F7F-8694-414C7157548A}" destId="{7E34247D-7E02-4A87-9CEC-308FAD8CBEEA}" srcOrd="0" destOrd="0" presId="urn:microsoft.com/office/officeart/2005/8/layout/hierarchy1"/>
    <dgm:cxn modelId="{4E1441E1-AC42-436E-B741-BDF414391395}" type="presParOf" srcId="{02718D51-47C4-4F7F-8694-414C7157548A}" destId="{7DBA23E9-89DE-4E04-9FAD-21F7CE58BA25}" srcOrd="1" destOrd="0" presId="urn:microsoft.com/office/officeart/2005/8/layout/hierarchy1"/>
    <dgm:cxn modelId="{4F7BB8F8-7C71-4108-B8C5-7FF9A4F9AF5C}" type="presParOf" srcId="{7DBA23E9-89DE-4E04-9FAD-21F7CE58BA25}" destId="{814E10B5-C5C0-423F-8FAE-6130C6C9AE74}" srcOrd="0" destOrd="0" presId="urn:microsoft.com/office/officeart/2005/8/layout/hierarchy1"/>
    <dgm:cxn modelId="{6ACD6BAE-72A9-4C61-9464-E48907A1F71E}" type="presParOf" srcId="{814E10B5-C5C0-423F-8FAE-6130C6C9AE74}" destId="{0EE397AE-1121-41C5-B7A3-637DA5F938AB}" srcOrd="0" destOrd="0" presId="urn:microsoft.com/office/officeart/2005/8/layout/hierarchy1"/>
    <dgm:cxn modelId="{E925C422-D90C-443C-B64A-22D10B222360}" type="presParOf" srcId="{814E10B5-C5C0-423F-8FAE-6130C6C9AE74}" destId="{074A6DF6-3A92-4214-AC82-01FB06226E90}" srcOrd="1" destOrd="0" presId="urn:microsoft.com/office/officeart/2005/8/layout/hierarchy1"/>
    <dgm:cxn modelId="{33C06685-740D-472A-879E-6A9161C15D7D}" type="presParOf" srcId="{7DBA23E9-89DE-4E04-9FAD-21F7CE58BA25}" destId="{430F3142-3547-4D5C-9ADD-1197155DA50E}" srcOrd="1" destOrd="0" presId="urn:microsoft.com/office/officeart/2005/8/layout/hierarchy1"/>
    <dgm:cxn modelId="{E19C9A9F-CE56-4549-8912-E7A79EDD2324}" type="presParOf" srcId="{B6604DB1-5C7D-4F68-A65A-3CC6A19A82FC}" destId="{6566B134-CDC9-4FF4-9FF9-636321DC6DF1}" srcOrd="2" destOrd="0" presId="urn:microsoft.com/office/officeart/2005/8/layout/hierarchy1"/>
    <dgm:cxn modelId="{749CAC61-47EE-4429-9093-43CD9F2E1E57}" type="presParOf" srcId="{B6604DB1-5C7D-4F68-A65A-3CC6A19A82FC}" destId="{910DD52A-D966-4CF4-8B73-2DC528EE5732}" srcOrd="3" destOrd="0" presId="urn:microsoft.com/office/officeart/2005/8/layout/hierarchy1"/>
    <dgm:cxn modelId="{F5C94BAE-2EB9-4350-A397-B005DBCCE56B}" type="presParOf" srcId="{910DD52A-D966-4CF4-8B73-2DC528EE5732}" destId="{6F7ED83A-2F27-4199-82B5-664D6F090C51}" srcOrd="0" destOrd="0" presId="urn:microsoft.com/office/officeart/2005/8/layout/hierarchy1"/>
    <dgm:cxn modelId="{E5A0304B-094D-4AA7-BD9F-9DC424B3C52B}" type="presParOf" srcId="{6F7ED83A-2F27-4199-82B5-664D6F090C51}" destId="{174B7CE8-AEAA-4FA7-B083-551F85472119}" srcOrd="0" destOrd="0" presId="urn:microsoft.com/office/officeart/2005/8/layout/hierarchy1"/>
    <dgm:cxn modelId="{871BE823-1BCE-41DF-9603-BDEFF9DB2EA6}" type="presParOf" srcId="{6F7ED83A-2F27-4199-82B5-664D6F090C51}" destId="{001C7269-523C-4EE2-862D-E3B308642C71}" srcOrd="1" destOrd="0" presId="urn:microsoft.com/office/officeart/2005/8/layout/hierarchy1"/>
    <dgm:cxn modelId="{3EFDA9D2-D693-4955-9D91-2FC440C745BC}" type="presParOf" srcId="{910DD52A-D966-4CF4-8B73-2DC528EE5732}" destId="{A40F2414-D9EF-449A-8FDA-4EA4A56A7DF5}" srcOrd="1" destOrd="0" presId="urn:microsoft.com/office/officeart/2005/8/layout/hierarchy1"/>
    <dgm:cxn modelId="{0F22ACF1-EBA7-434A-8963-65E913CDD36F}" type="presParOf" srcId="{A40F2414-D9EF-449A-8FDA-4EA4A56A7DF5}" destId="{724B798F-9F03-48F0-B5D6-B2427699B9EA}" srcOrd="0" destOrd="0" presId="urn:microsoft.com/office/officeart/2005/8/layout/hierarchy1"/>
    <dgm:cxn modelId="{30AA9DF6-96AF-4FA0-85B8-45B9219D8611}" type="presParOf" srcId="{A40F2414-D9EF-449A-8FDA-4EA4A56A7DF5}" destId="{AE3C4723-7F38-4AD3-B325-6ED63A71AD43}" srcOrd="1" destOrd="0" presId="urn:microsoft.com/office/officeart/2005/8/layout/hierarchy1"/>
    <dgm:cxn modelId="{8FF04B98-FB3B-4DFB-810E-B101DFD0B54F}" type="presParOf" srcId="{AE3C4723-7F38-4AD3-B325-6ED63A71AD43}" destId="{CB624D41-420E-4045-BB05-3A98784743C7}" srcOrd="0" destOrd="0" presId="urn:microsoft.com/office/officeart/2005/8/layout/hierarchy1"/>
    <dgm:cxn modelId="{B8B4D8A8-8DBB-4004-B175-D176CC67F528}" type="presParOf" srcId="{CB624D41-420E-4045-BB05-3A98784743C7}" destId="{B97E2551-D3CC-4F33-91E6-8A9CF69FC04F}" srcOrd="0" destOrd="0" presId="urn:microsoft.com/office/officeart/2005/8/layout/hierarchy1"/>
    <dgm:cxn modelId="{67EFEE1E-6E09-4296-9720-3B26E70AEB56}" type="presParOf" srcId="{CB624D41-420E-4045-BB05-3A98784743C7}" destId="{A98B6F29-E8F7-41FE-84A6-3C66AB22B0D5}" srcOrd="1" destOrd="0" presId="urn:microsoft.com/office/officeart/2005/8/layout/hierarchy1"/>
    <dgm:cxn modelId="{F70DA3E0-5262-41F4-80C3-B2AC2F71056D}" type="presParOf" srcId="{AE3C4723-7F38-4AD3-B325-6ED63A71AD43}" destId="{78F3C0FD-41C6-4D7F-BC0A-5C3249F38B40}" srcOrd="1" destOrd="0" presId="urn:microsoft.com/office/officeart/2005/8/layout/hierarchy1"/>
    <dgm:cxn modelId="{E0999B4C-D63D-44DD-A450-A4705D5AD1FA}" type="presParOf" srcId="{78F3C0FD-41C6-4D7F-BC0A-5C3249F38B40}" destId="{0AFE5B93-C93D-4B62-AE09-6C55D07F1954}" srcOrd="0" destOrd="0" presId="urn:microsoft.com/office/officeart/2005/8/layout/hierarchy1"/>
    <dgm:cxn modelId="{B52F8E4A-730D-488E-9D48-7F5FFBAA9F87}" type="presParOf" srcId="{78F3C0FD-41C6-4D7F-BC0A-5C3249F38B40}" destId="{4AE0764E-9A8F-4EE1-B519-262835AD3B92}" srcOrd="1" destOrd="0" presId="urn:microsoft.com/office/officeart/2005/8/layout/hierarchy1"/>
    <dgm:cxn modelId="{1815D09C-1FC9-49E8-ABBF-06769529C371}" type="presParOf" srcId="{4AE0764E-9A8F-4EE1-B519-262835AD3B92}" destId="{BD0B3015-0EA5-4C2C-8DD6-EF9AB2F0F44E}" srcOrd="0" destOrd="0" presId="urn:microsoft.com/office/officeart/2005/8/layout/hierarchy1"/>
    <dgm:cxn modelId="{8809B78D-B451-48EF-93B5-D538B689D321}" type="presParOf" srcId="{BD0B3015-0EA5-4C2C-8DD6-EF9AB2F0F44E}" destId="{6AAE79A5-D122-421C-ADFF-1ED259D0402E}" srcOrd="0" destOrd="0" presId="urn:microsoft.com/office/officeart/2005/8/layout/hierarchy1"/>
    <dgm:cxn modelId="{5F0228A0-7073-4918-A06E-D957B7EA1DCE}" type="presParOf" srcId="{BD0B3015-0EA5-4C2C-8DD6-EF9AB2F0F44E}" destId="{1F5CB624-0991-4C77-AFCC-A0A204BBB1D5}" srcOrd="1" destOrd="0" presId="urn:microsoft.com/office/officeart/2005/8/layout/hierarchy1"/>
    <dgm:cxn modelId="{A61F7591-9369-438E-82D8-784D1AFF1C9F}" type="presParOf" srcId="{4AE0764E-9A8F-4EE1-B519-262835AD3B92}" destId="{066AC7D6-AC30-49CD-8448-2E84EC34B6AA}" srcOrd="1" destOrd="0" presId="urn:microsoft.com/office/officeart/2005/8/layout/hierarchy1"/>
    <dgm:cxn modelId="{6F2D4C9C-6D9A-495E-9AFD-FE2CCCFC8486}" type="presParOf" srcId="{B6604DB1-5C7D-4F68-A65A-3CC6A19A82FC}" destId="{0FF3E243-F8A3-4C70-9A72-546173CBC2A8}" srcOrd="4" destOrd="0" presId="urn:microsoft.com/office/officeart/2005/8/layout/hierarchy1"/>
    <dgm:cxn modelId="{C18F41CE-7E62-4DF3-96CC-F33EC5C1C155}" type="presParOf" srcId="{B6604DB1-5C7D-4F68-A65A-3CC6A19A82FC}" destId="{E00C7659-8BAD-4350-8E17-92540BB15ED0}" srcOrd="5" destOrd="0" presId="urn:microsoft.com/office/officeart/2005/8/layout/hierarchy1"/>
    <dgm:cxn modelId="{2D4466F7-D8D4-4B75-92FE-502B38FD4BF6}" type="presParOf" srcId="{E00C7659-8BAD-4350-8E17-92540BB15ED0}" destId="{B8AA90E7-8EF9-4A4E-92E2-9BEBE8ABF5E2}" srcOrd="0" destOrd="0" presId="urn:microsoft.com/office/officeart/2005/8/layout/hierarchy1"/>
    <dgm:cxn modelId="{3583905A-5149-48B2-9A99-9AB040457919}" type="presParOf" srcId="{B8AA90E7-8EF9-4A4E-92E2-9BEBE8ABF5E2}" destId="{5516D251-327A-461D-9D23-2D77E2614E52}" srcOrd="0" destOrd="0" presId="urn:microsoft.com/office/officeart/2005/8/layout/hierarchy1"/>
    <dgm:cxn modelId="{FC139249-1FFD-4DDE-BFCB-8F6B60804825}" type="presParOf" srcId="{B8AA90E7-8EF9-4A4E-92E2-9BEBE8ABF5E2}" destId="{0AB20804-CC5A-4DE5-85B0-B4FF07DCD254}" srcOrd="1" destOrd="0" presId="urn:microsoft.com/office/officeart/2005/8/layout/hierarchy1"/>
    <dgm:cxn modelId="{8D3DD7FA-CCF7-48B1-8B12-792D37CF06C3}" type="presParOf" srcId="{E00C7659-8BAD-4350-8E17-92540BB15ED0}" destId="{05777535-82A4-4A86-98E8-19785E498C2B}" srcOrd="1" destOrd="0" presId="urn:microsoft.com/office/officeart/2005/8/layout/hierarchy1"/>
    <dgm:cxn modelId="{1CE6D205-524F-4CC5-AA53-92AE06D4A09C}" type="presParOf" srcId="{05777535-82A4-4A86-98E8-19785E498C2B}" destId="{35C474EA-0041-4347-9A1E-914CB3B4CDDA}" srcOrd="0" destOrd="0" presId="urn:microsoft.com/office/officeart/2005/8/layout/hierarchy1"/>
    <dgm:cxn modelId="{C33AB936-EB3E-400F-99EE-CEA85E698812}" type="presParOf" srcId="{05777535-82A4-4A86-98E8-19785E498C2B}" destId="{CBA56C06-4C03-434F-921D-660393183AEB}" srcOrd="1" destOrd="0" presId="urn:microsoft.com/office/officeart/2005/8/layout/hierarchy1"/>
    <dgm:cxn modelId="{4374D78B-DC3A-431D-9CB8-C1C82C1DB556}" type="presParOf" srcId="{CBA56C06-4C03-434F-921D-660393183AEB}" destId="{401B1DB0-442C-406E-9573-BCBEF4376737}" srcOrd="0" destOrd="0" presId="urn:microsoft.com/office/officeart/2005/8/layout/hierarchy1"/>
    <dgm:cxn modelId="{08B2B72D-1346-49E1-BD54-C0300DACB084}" type="presParOf" srcId="{401B1DB0-442C-406E-9573-BCBEF4376737}" destId="{C830C7E5-8BAD-48C7-8213-C1A9B55AD74A}" srcOrd="0" destOrd="0" presId="urn:microsoft.com/office/officeart/2005/8/layout/hierarchy1"/>
    <dgm:cxn modelId="{6ECDE5F7-D60C-488E-B06D-3D6B2706EECF}" type="presParOf" srcId="{401B1DB0-442C-406E-9573-BCBEF4376737}" destId="{AB978193-7BD3-45B9-AE56-2A0A6B2B8C63}" srcOrd="1" destOrd="0" presId="urn:microsoft.com/office/officeart/2005/8/layout/hierarchy1"/>
    <dgm:cxn modelId="{2BBFFB91-F7A7-4983-AEAD-1D550A42704C}" type="presParOf" srcId="{CBA56C06-4C03-434F-921D-660393183AEB}" destId="{F7971E99-DFB2-4B85-84CD-D4EDFF8DDA7D}" srcOrd="1" destOrd="0" presId="urn:microsoft.com/office/officeart/2005/8/layout/hierarchy1"/>
    <dgm:cxn modelId="{107DB2FD-3D05-4F56-B596-78E661AAD3AC}" type="presParOf" srcId="{F7971E99-DFB2-4B85-84CD-D4EDFF8DDA7D}" destId="{3E3BD007-2F98-4727-8117-23A43C3AC23D}" srcOrd="0" destOrd="0" presId="urn:microsoft.com/office/officeart/2005/8/layout/hierarchy1"/>
    <dgm:cxn modelId="{A59C4B0C-C39A-4B93-A7F6-428CA984124F}" type="presParOf" srcId="{F7971E99-DFB2-4B85-84CD-D4EDFF8DDA7D}" destId="{505DCF5C-ED3F-4B46-BAEB-587A6E1B7798}" srcOrd="1" destOrd="0" presId="urn:microsoft.com/office/officeart/2005/8/layout/hierarchy1"/>
    <dgm:cxn modelId="{2ECECA87-92EE-412F-97FF-F55E1E826B44}" type="presParOf" srcId="{505DCF5C-ED3F-4B46-BAEB-587A6E1B7798}" destId="{51A2D981-8206-4A56-88A0-48CA9283BEE5}" srcOrd="0" destOrd="0" presId="urn:microsoft.com/office/officeart/2005/8/layout/hierarchy1"/>
    <dgm:cxn modelId="{8BD185D7-2175-41C7-BFA5-A350991932F9}" type="presParOf" srcId="{51A2D981-8206-4A56-88A0-48CA9283BEE5}" destId="{AF8DD4C2-FBF6-4FCD-89E0-9749B70E0097}" srcOrd="0" destOrd="0" presId="urn:microsoft.com/office/officeart/2005/8/layout/hierarchy1"/>
    <dgm:cxn modelId="{FB73B558-5C4A-4B85-B214-30BC3C584FBF}" type="presParOf" srcId="{51A2D981-8206-4A56-88A0-48CA9283BEE5}" destId="{4758F2EA-CBAA-4F18-B54D-C09B4892EDC9}" srcOrd="1" destOrd="0" presId="urn:microsoft.com/office/officeart/2005/8/layout/hierarchy1"/>
    <dgm:cxn modelId="{44CC17D3-7B2A-4542-850F-C8B1CADA2946}" type="presParOf" srcId="{505DCF5C-ED3F-4B46-BAEB-587A6E1B7798}" destId="{C270B64A-785D-4A86-AAC5-5E8203662BD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2D6B5-DA30-4454-A75F-3FBD3187DF10}">
      <dsp:nvSpPr>
        <dsp:cNvPr id="0" name=""/>
        <dsp:cNvSpPr/>
      </dsp:nvSpPr>
      <dsp:spPr>
        <a:xfrm>
          <a:off x="2110720" y="1352989"/>
          <a:ext cx="167483" cy="2891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1876"/>
              </a:lnTo>
              <a:lnTo>
                <a:pt x="167483" y="289187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8C12B2-23BD-418A-AD23-5B488F077281}">
      <dsp:nvSpPr>
        <dsp:cNvPr id="0" name=""/>
        <dsp:cNvSpPr/>
      </dsp:nvSpPr>
      <dsp:spPr>
        <a:xfrm>
          <a:off x="2110720" y="1352989"/>
          <a:ext cx="167483" cy="2099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9123"/>
              </a:lnTo>
              <a:lnTo>
                <a:pt x="167483" y="209912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924510-EFC6-4F14-9152-5CC285B63374}">
      <dsp:nvSpPr>
        <dsp:cNvPr id="0" name=""/>
        <dsp:cNvSpPr/>
      </dsp:nvSpPr>
      <dsp:spPr>
        <a:xfrm>
          <a:off x="2110720" y="1352989"/>
          <a:ext cx="167483" cy="13063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6369"/>
              </a:lnTo>
              <a:lnTo>
                <a:pt x="167483" y="130636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47332-325A-4F12-896E-657746E58700}">
      <dsp:nvSpPr>
        <dsp:cNvPr id="0" name=""/>
        <dsp:cNvSpPr/>
      </dsp:nvSpPr>
      <dsp:spPr>
        <a:xfrm>
          <a:off x="2110720" y="1352989"/>
          <a:ext cx="167483" cy="513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3615"/>
              </a:lnTo>
              <a:lnTo>
                <a:pt x="167483" y="5136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CFAA88-0A7C-4EE6-BE5C-61E6F55952B5}">
      <dsp:nvSpPr>
        <dsp:cNvPr id="0" name=""/>
        <dsp:cNvSpPr/>
      </dsp:nvSpPr>
      <dsp:spPr>
        <a:xfrm>
          <a:off x="1881826" y="560235"/>
          <a:ext cx="675515" cy="23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38"/>
              </a:lnTo>
              <a:lnTo>
                <a:pt x="675515" y="117238"/>
              </a:lnTo>
              <a:lnTo>
                <a:pt x="675515" y="23447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4708B-1BE7-4ECE-91B7-587848678AD7}">
      <dsp:nvSpPr>
        <dsp:cNvPr id="0" name=""/>
        <dsp:cNvSpPr/>
      </dsp:nvSpPr>
      <dsp:spPr>
        <a:xfrm>
          <a:off x="759689" y="1352989"/>
          <a:ext cx="167483" cy="13063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6369"/>
              </a:lnTo>
              <a:lnTo>
                <a:pt x="167483" y="1306369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EB470D-6D23-4AB7-A818-6BA168F45569}">
      <dsp:nvSpPr>
        <dsp:cNvPr id="0" name=""/>
        <dsp:cNvSpPr/>
      </dsp:nvSpPr>
      <dsp:spPr>
        <a:xfrm>
          <a:off x="759689" y="1352989"/>
          <a:ext cx="167483" cy="513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3615"/>
              </a:lnTo>
              <a:lnTo>
                <a:pt x="167483" y="5136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3FB3FC-F653-4B3F-AFE6-4BF971DFB576}">
      <dsp:nvSpPr>
        <dsp:cNvPr id="0" name=""/>
        <dsp:cNvSpPr/>
      </dsp:nvSpPr>
      <dsp:spPr>
        <a:xfrm>
          <a:off x="1206310" y="560235"/>
          <a:ext cx="675515" cy="234476"/>
        </a:xfrm>
        <a:custGeom>
          <a:avLst/>
          <a:gdLst/>
          <a:ahLst/>
          <a:cxnLst/>
          <a:rect l="0" t="0" r="0" b="0"/>
          <a:pathLst>
            <a:path>
              <a:moveTo>
                <a:pt x="675515" y="0"/>
              </a:moveTo>
              <a:lnTo>
                <a:pt x="675515" y="117238"/>
              </a:lnTo>
              <a:lnTo>
                <a:pt x="0" y="117238"/>
              </a:lnTo>
              <a:lnTo>
                <a:pt x="0" y="23447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AA5043-847F-48A8-8E90-F504AE58E43F}">
      <dsp:nvSpPr>
        <dsp:cNvPr id="0" name=""/>
        <dsp:cNvSpPr/>
      </dsp:nvSpPr>
      <dsp:spPr>
        <a:xfrm>
          <a:off x="1323549" y="1958"/>
          <a:ext cx="1116554" cy="55827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Методы решения СЛАУ</a:t>
          </a:r>
          <a:endParaRPr lang="ru-RU" sz="1200" kern="1200" dirty="0"/>
        </a:p>
      </dsp:txBody>
      <dsp:txXfrm>
        <a:off x="1323549" y="1958"/>
        <a:ext cx="1116554" cy="558277"/>
      </dsp:txXfrm>
    </dsp:sp>
    <dsp:sp modelId="{93D6C5AA-82EC-4BDE-A18E-E94F5C5F6F86}">
      <dsp:nvSpPr>
        <dsp:cNvPr id="0" name=""/>
        <dsp:cNvSpPr/>
      </dsp:nvSpPr>
      <dsp:spPr>
        <a:xfrm>
          <a:off x="648033" y="794711"/>
          <a:ext cx="1116554" cy="55827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Точные (прямые)</a:t>
          </a:r>
          <a:endParaRPr lang="ru-RU" sz="1200" kern="1200" dirty="0"/>
        </a:p>
      </dsp:txBody>
      <dsp:txXfrm>
        <a:off x="648033" y="794711"/>
        <a:ext cx="1116554" cy="558277"/>
      </dsp:txXfrm>
    </dsp:sp>
    <dsp:sp modelId="{6B5ABA92-E4F9-4772-8C2A-317F65059212}">
      <dsp:nvSpPr>
        <dsp:cNvPr id="0" name=""/>
        <dsp:cNvSpPr/>
      </dsp:nvSpPr>
      <dsp:spPr>
        <a:xfrm>
          <a:off x="927172" y="1587465"/>
          <a:ext cx="1116554" cy="55827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Метод Гаусса</a:t>
          </a:r>
          <a:endParaRPr lang="ru-RU" sz="1200" kern="1200" dirty="0"/>
        </a:p>
      </dsp:txBody>
      <dsp:txXfrm>
        <a:off x="927172" y="1587465"/>
        <a:ext cx="1116554" cy="558277"/>
      </dsp:txXfrm>
    </dsp:sp>
    <dsp:sp modelId="{58FF550B-188B-4D60-A373-95C693AE753C}">
      <dsp:nvSpPr>
        <dsp:cNvPr id="0" name=""/>
        <dsp:cNvSpPr/>
      </dsp:nvSpPr>
      <dsp:spPr>
        <a:xfrm>
          <a:off x="927172" y="2380219"/>
          <a:ext cx="1116554" cy="55827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Метод обратной матрицы</a:t>
          </a:r>
          <a:endParaRPr lang="ru-RU" sz="1200" kern="1200" dirty="0"/>
        </a:p>
      </dsp:txBody>
      <dsp:txXfrm>
        <a:off x="927172" y="2380219"/>
        <a:ext cx="1116554" cy="558277"/>
      </dsp:txXfrm>
    </dsp:sp>
    <dsp:sp modelId="{B5F3A27C-BE92-4213-98A3-523547AC7268}">
      <dsp:nvSpPr>
        <dsp:cNvPr id="0" name=""/>
        <dsp:cNvSpPr/>
      </dsp:nvSpPr>
      <dsp:spPr>
        <a:xfrm>
          <a:off x="1999064" y="794711"/>
          <a:ext cx="1116554" cy="55827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Приближенные (итерационные)</a:t>
          </a:r>
          <a:endParaRPr lang="ru-RU" sz="1200" kern="1200" dirty="0"/>
        </a:p>
      </dsp:txBody>
      <dsp:txXfrm>
        <a:off x="1999064" y="794711"/>
        <a:ext cx="1116554" cy="558277"/>
      </dsp:txXfrm>
    </dsp:sp>
    <dsp:sp modelId="{A262535C-48BC-483E-AFA8-CAF8871AFA32}">
      <dsp:nvSpPr>
        <dsp:cNvPr id="0" name=""/>
        <dsp:cNvSpPr/>
      </dsp:nvSpPr>
      <dsp:spPr>
        <a:xfrm>
          <a:off x="2278203" y="1587465"/>
          <a:ext cx="1116554" cy="55827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Метод Якоби</a:t>
          </a:r>
          <a:endParaRPr lang="ru-RU" sz="1200" kern="1200" dirty="0"/>
        </a:p>
      </dsp:txBody>
      <dsp:txXfrm>
        <a:off x="2278203" y="1587465"/>
        <a:ext cx="1116554" cy="558277"/>
      </dsp:txXfrm>
    </dsp:sp>
    <dsp:sp modelId="{EC05EF04-3985-4BE0-AE45-C6B43E469227}">
      <dsp:nvSpPr>
        <dsp:cNvPr id="0" name=""/>
        <dsp:cNvSpPr/>
      </dsp:nvSpPr>
      <dsp:spPr>
        <a:xfrm>
          <a:off x="2278203" y="2380219"/>
          <a:ext cx="1116554" cy="55827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Метод Зейделя</a:t>
          </a:r>
          <a:endParaRPr lang="ru-RU" sz="1200" kern="1200" dirty="0"/>
        </a:p>
      </dsp:txBody>
      <dsp:txXfrm>
        <a:off x="2278203" y="2380219"/>
        <a:ext cx="1116554" cy="558277"/>
      </dsp:txXfrm>
    </dsp:sp>
    <dsp:sp modelId="{402150D6-3B5F-44F7-AA9A-6C2F9844F4A3}">
      <dsp:nvSpPr>
        <dsp:cNvPr id="0" name=""/>
        <dsp:cNvSpPr/>
      </dsp:nvSpPr>
      <dsp:spPr>
        <a:xfrm>
          <a:off x="2278203" y="3172973"/>
          <a:ext cx="1116554" cy="55827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Метод релаксации</a:t>
          </a:r>
          <a:endParaRPr lang="ru-RU" sz="1200" kern="1200" dirty="0"/>
        </a:p>
      </dsp:txBody>
      <dsp:txXfrm>
        <a:off x="2278203" y="3172973"/>
        <a:ext cx="1116554" cy="558277"/>
      </dsp:txXfrm>
    </dsp:sp>
    <dsp:sp modelId="{5FDBF06D-095E-49D9-AADA-9D69E3D431E5}">
      <dsp:nvSpPr>
        <dsp:cNvPr id="0" name=""/>
        <dsp:cNvSpPr/>
      </dsp:nvSpPr>
      <dsp:spPr>
        <a:xfrm>
          <a:off x="2278203" y="3965727"/>
          <a:ext cx="1116554" cy="55827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smtClean="0"/>
            <a:t>Метод </a:t>
          </a:r>
          <a:r>
            <a:rPr lang="ru-RU" sz="1200" kern="1200" dirty="0" smtClean="0"/>
            <a:t>сопряженных градиентов</a:t>
          </a:r>
          <a:endParaRPr lang="ru-RU" sz="1200" kern="1200" dirty="0"/>
        </a:p>
      </dsp:txBody>
      <dsp:txXfrm>
        <a:off x="2278203" y="3965727"/>
        <a:ext cx="1116554" cy="5582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BD007-2F98-4727-8117-23A43C3AC23D}">
      <dsp:nvSpPr>
        <dsp:cNvPr id="0" name=""/>
        <dsp:cNvSpPr/>
      </dsp:nvSpPr>
      <dsp:spPr>
        <a:xfrm>
          <a:off x="5569033" y="3198487"/>
          <a:ext cx="91440" cy="373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9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C474EA-0041-4347-9A1E-914CB3B4CDDA}">
      <dsp:nvSpPr>
        <dsp:cNvPr id="0" name=""/>
        <dsp:cNvSpPr/>
      </dsp:nvSpPr>
      <dsp:spPr>
        <a:xfrm>
          <a:off x="5569033" y="2008168"/>
          <a:ext cx="91440" cy="373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9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F3E243-F8A3-4C70-9A72-546173CBC2A8}">
      <dsp:nvSpPr>
        <dsp:cNvPr id="0" name=""/>
        <dsp:cNvSpPr/>
      </dsp:nvSpPr>
      <dsp:spPr>
        <a:xfrm>
          <a:off x="3833300" y="817848"/>
          <a:ext cx="1781452" cy="3739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813"/>
              </a:lnTo>
              <a:lnTo>
                <a:pt x="1781452" y="254813"/>
              </a:lnTo>
              <a:lnTo>
                <a:pt x="1781452" y="37391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FE5B93-C93D-4B62-AE09-6C55D07F1954}">
      <dsp:nvSpPr>
        <dsp:cNvPr id="0" name=""/>
        <dsp:cNvSpPr/>
      </dsp:nvSpPr>
      <dsp:spPr>
        <a:xfrm>
          <a:off x="3577508" y="3198487"/>
          <a:ext cx="91440" cy="373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9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4B798F-9F03-48F0-B5D6-B2427699B9EA}">
      <dsp:nvSpPr>
        <dsp:cNvPr id="0" name=""/>
        <dsp:cNvSpPr/>
      </dsp:nvSpPr>
      <dsp:spPr>
        <a:xfrm>
          <a:off x="3577508" y="2008168"/>
          <a:ext cx="91440" cy="373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9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66B134-CDC9-4FF4-9FF9-636321DC6DF1}">
      <dsp:nvSpPr>
        <dsp:cNvPr id="0" name=""/>
        <dsp:cNvSpPr/>
      </dsp:nvSpPr>
      <dsp:spPr>
        <a:xfrm>
          <a:off x="3623228" y="817848"/>
          <a:ext cx="210072" cy="373916"/>
        </a:xfrm>
        <a:custGeom>
          <a:avLst/>
          <a:gdLst/>
          <a:ahLst/>
          <a:cxnLst/>
          <a:rect l="0" t="0" r="0" b="0"/>
          <a:pathLst>
            <a:path>
              <a:moveTo>
                <a:pt x="210072" y="0"/>
              </a:moveTo>
              <a:lnTo>
                <a:pt x="210072" y="254813"/>
              </a:lnTo>
              <a:lnTo>
                <a:pt x="0" y="254813"/>
              </a:lnTo>
              <a:lnTo>
                <a:pt x="0" y="37391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4247D-7E02-4A87-9CEC-308FAD8CBEEA}">
      <dsp:nvSpPr>
        <dsp:cNvPr id="0" name=""/>
        <dsp:cNvSpPr/>
      </dsp:nvSpPr>
      <dsp:spPr>
        <a:xfrm>
          <a:off x="2006128" y="3198487"/>
          <a:ext cx="91440" cy="373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9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2CDDA-8F04-4DA7-8F4E-86EA70BE2169}">
      <dsp:nvSpPr>
        <dsp:cNvPr id="0" name=""/>
        <dsp:cNvSpPr/>
      </dsp:nvSpPr>
      <dsp:spPr>
        <a:xfrm>
          <a:off x="2006128" y="2008168"/>
          <a:ext cx="91440" cy="373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9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A3B89-B16F-4730-AD7F-AAB5D429801B}">
      <dsp:nvSpPr>
        <dsp:cNvPr id="0" name=""/>
        <dsp:cNvSpPr/>
      </dsp:nvSpPr>
      <dsp:spPr>
        <a:xfrm>
          <a:off x="2051848" y="817848"/>
          <a:ext cx="1781452" cy="373916"/>
        </a:xfrm>
        <a:custGeom>
          <a:avLst/>
          <a:gdLst/>
          <a:ahLst/>
          <a:cxnLst/>
          <a:rect l="0" t="0" r="0" b="0"/>
          <a:pathLst>
            <a:path>
              <a:moveTo>
                <a:pt x="1781452" y="0"/>
              </a:moveTo>
              <a:lnTo>
                <a:pt x="1781452" y="254813"/>
              </a:lnTo>
              <a:lnTo>
                <a:pt x="0" y="254813"/>
              </a:lnTo>
              <a:lnTo>
                <a:pt x="0" y="37391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5FEF4B-5503-4387-A5B7-6820E0D4B186}">
      <dsp:nvSpPr>
        <dsp:cNvPr id="0" name=""/>
        <dsp:cNvSpPr/>
      </dsp:nvSpPr>
      <dsp:spPr>
        <a:xfrm>
          <a:off x="3190463" y="1445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32EC5-5B24-48EF-AF3E-34F24AE70851}">
      <dsp:nvSpPr>
        <dsp:cNvPr id="0" name=""/>
        <dsp:cNvSpPr/>
      </dsp:nvSpPr>
      <dsp:spPr>
        <a:xfrm>
          <a:off x="3333316" y="137155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Метод простых итераций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p>
                  <m:sSupPr>
                    <m:ctrlPr>
                      <a:rPr lang="ru-RU" sz="1100" i="1" kern="1200" smtClean="0">
                        <a:latin typeface="Cambria Math"/>
                      </a:rPr>
                    </m:ctrlPr>
                  </m:sSupPr>
                  <m:e>
                    <m:r>
                      <a:rPr lang="en-US" sz="1100" b="0" i="1" kern="1200" smtClean="0">
                        <a:latin typeface="Cambria Math"/>
                      </a:rPr>
                      <m:t>𝑥</m:t>
                    </m:r>
                  </m:e>
                  <m:sup>
                    <m:r>
                      <a:rPr lang="en-US" sz="1100" b="0" i="1" kern="1200" smtClean="0">
                        <a:latin typeface="Cambria Math"/>
                      </a:rPr>
                      <m:t>(</m:t>
                    </m:r>
                    <m:r>
                      <a:rPr lang="en-US" sz="1100" b="0" i="1" kern="1200" smtClean="0">
                        <a:latin typeface="Cambria Math"/>
                      </a:rPr>
                      <m:t>𝑘</m:t>
                    </m:r>
                    <m:r>
                      <a:rPr lang="en-US" sz="1100" b="0" i="1" kern="1200" smtClean="0">
                        <a:latin typeface="Cambria Math"/>
                      </a:rPr>
                      <m:t>+1)</m:t>
                    </m:r>
                  </m:sup>
                </m:sSup>
                <m:r>
                  <a:rPr lang="en-US" sz="1100" b="0" i="1" kern="1200" smtClean="0">
                    <a:latin typeface="Cambria Math"/>
                  </a:rPr>
                  <m:t>=</m:t>
                </m:r>
                <m:r>
                  <a:rPr lang="en-US" sz="1100" b="0" i="1" kern="1200" smtClean="0">
                    <a:latin typeface="Cambria Math"/>
                  </a:rPr>
                  <m:t>𝐵</m:t>
                </m:r>
                <m:sSup>
                  <m:sSupPr>
                    <m:ctrlPr>
                      <a:rPr lang="en-US" sz="1100" b="0" i="1" kern="1200" smtClean="0">
                        <a:latin typeface="Cambria Math"/>
                      </a:rPr>
                    </m:ctrlPr>
                  </m:sSupPr>
                  <m:e>
                    <m:r>
                      <a:rPr lang="en-US" sz="1100" b="0" i="1" kern="1200" smtClean="0">
                        <a:latin typeface="Cambria Math"/>
                      </a:rPr>
                      <m:t>𝑥</m:t>
                    </m:r>
                  </m:e>
                  <m:sup>
                    <m:r>
                      <a:rPr lang="en-US" sz="1100" b="0" i="1" kern="1200" smtClean="0">
                        <a:latin typeface="Cambria Math"/>
                      </a:rPr>
                      <m:t>(</m:t>
                    </m:r>
                    <m:r>
                      <a:rPr lang="en-US" sz="1100" b="0" i="1" kern="1200" smtClean="0">
                        <a:latin typeface="Cambria Math"/>
                      </a:rPr>
                      <m:t>𝑘</m:t>
                    </m:r>
                    <m:r>
                      <a:rPr lang="en-US" sz="1100" b="0" i="1" kern="1200" smtClean="0">
                        <a:latin typeface="Cambria Math"/>
                      </a:rPr>
                      <m:t>)</m:t>
                    </m:r>
                  </m:sup>
                </m:sSup>
                <m:r>
                  <a:rPr lang="en-US" sz="1100" b="0" i="1" kern="1200" smtClean="0">
                    <a:latin typeface="Cambria Math"/>
                  </a:rPr>
                  <m:t>+</m:t>
                </m:r>
                <m:r>
                  <a:rPr lang="en-US" sz="1100" b="0" i="1" kern="1200" smtClean="0">
                    <a:latin typeface="Cambria Math"/>
                  </a:rPr>
                  <m:t>𝑐</m:t>
                </m:r>
              </m:oMath>
            </m:oMathPara>
          </a14:m>
          <a:endParaRPr lang="ru-RU" sz="1100" kern="1200" dirty="0"/>
        </a:p>
      </dsp:txBody>
      <dsp:txXfrm>
        <a:off x="3357228" y="161067"/>
        <a:ext cx="1237850" cy="768579"/>
      </dsp:txXfrm>
    </dsp:sp>
    <dsp:sp modelId="{C09FB195-17EE-48A0-A7E7-ECA7F882BB7C}">
      <dsp:nvSpPr>
        <dsp:cNvPr id="0" name=""/>
        <dsp:cNvSpPr/>
      </dsp:nvSpPr>
      <dsp:spPr>
        <a:xfrm>
          <a:off x="1409011" y="119176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E5523-00AA-4A52-9EE6-F178998073A4}">
      <dsp:nvSpPr>
        <dsp:cNvPr id="0" name=""/>
        <dsp:cNvSpPr/>
      </dsp:nvSpPr>
      <dsp:spPr>
        <a:xfrm>
          <a:off x="1551864" y="1327475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Метод Якоби</a:t>
          </a:r>
          <a:endParaRPr lang="ru-RU" sz="1100" kern="1200" dirty="0"/>
        </a:p>
      </dsp:txBody>
      <dsp:txXfrm>
        <a:off x="1575776" y="1351387"/>
        <a:ext cx="1237850" cy="768579"/>
      </dsp:txXfrm>
    </dsp:sp>
    <dsp:sp modelId="{AF867D82-7F3D-47EE-AB35-C93301016ADC}">
      <dsp:nvSpPr>
        <dsp:cNvPr id="0" name=""/>
        <dsp:cNvSpPr/>
      </dsp:nvSpPr>
      <dsp:spPr>
        <a:xfrm>
          <a:off x="1409011" y="238208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5636C-C4B2-4F02-A834-BDB9102C4038}">
      <dsp:nvSpPr>
        <dsp:cNvPr id="0" name=""/>
        <dsp:cNvSpPr/>
      </dsp:nvSpPr>
      <dsp:spPr>
        <a:xfrm>
          <a:off x="1551864" y="2517794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Вычисляются одновременно все </a:t>
          </a:r>
          <a:r>
            <a:rPr lang="en-US" sz="1100" kern="1200" dirty="0" smtClean="0"/>
            <a:t>xᵢ</a:t>
          </a:r>
          <a:endParaRPr lang="ru-RU" sz="1100" kern="1200" dirty="0"/>
        </a:p>
      </dsp:txBody>
      <dsp:txXfrm>
        <a:off x="1575776" y="2541706"/>
        <a:ext cx="1237850" cy="768579"/>
      </dsp:txXfrm>
    </dsp:sp>
    <dsp:sp modelId="{0EE397AE-1121-41C5-B7A3-637DA5F938AB}">
      <dsp:nvSpPr>
        <dsp:cNvPr id="0" name=""/>
        <dsp:cNvSpPr/>
      </dsp:nvSpPr>
      <dsp:spPr>
        <a:xfrm>
          <a:off x="1409011" y="357240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A6DF6-3A92-4214-AC82-01FB06226E90}">
      <dsp:nvSpPr>
        <dsp:cNvPr id="0" name=""/>
        <dsp:cNvSpPr/>
      </dsp:nvSpPr>
      <dsp:spPr>
        <a:xfrm>
          <a:off x="1551864" y="3708114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Самый медленный</a:t>
          </a:r>
          <a:endParaRPr lang="ru-RU" sz="1100" kern="1200" dirty="0"/>
        </a:p>
      </dsp:txBody>
      <dsp:txXfrm>
        <a:off x="1575776" y="3732026"/>
        <a:ext cx="1237850" cy="768579"/>
      </dsp:txXfrm>
    </dsp:sp>
    <dsp:sp modelId="{174B7CE8-AEAA-4FA7-B083-551F85472119}">
      <dsp:nvSpPr>
        <dsp:cNvPr id="0" name=""/>
        <dsp:cNvSpPr/>
      </dsp:nvSpPr>
      <dsp:spPr>
        <a:xfrm>
          <a:off x="2980391" y="119176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C7269-523C-4EE2-862D-E3B308642C71}">
      <dsp:nvSpPr>
        <dsp:cNvPr id="0" name=""/>
        <dsp:cNvSpPr/>
      </dsp:nvSpPr>
      <dsp:spPr>
        <a:xfrm>
          <a:off x="3123243" y="1327475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Метод Зейделя</a:t>
          </a:r>
          <a:endParaRPr lang="ru-RU" sz="1100" kern="1200" dirty="0"/>
        </a:p>
      </dsp:txBody>
      <dsp:txXfrm>
        <a:off x="3147155" y="1351387"/>
        <a:ext cx="1237850" cy="768579"/>
      </dsp:txXfrm>
    </dsp:sp>
    <dsp:sp modelId="{B97E2551-D3CC-4F33-91E6-8A9CF69FC04F}">
      <dsp:nvSpPr>
        <dsp:cNvPr id="0" name=""/>
        <dsp:cNvSpPr/>
      </dsp:nvSpPr>
      <dsp:spPr>
        <a:xfrm>
          <a:off x="2980391" y="238208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B6F29-E8F7-41FE-84A6-3C66AB22B0D5}">
      <dsp:nvSpPr>
        <dsp:cNvPr id="0" name=""/>
        <dsp:cNvSpPr/>
      </dsp:nvSpPr>
      <dsp:spPr>
        <a:xfrm>
          <a:off x="3123243" y="2517794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Последовательно включаются уже найденные значения </a:t>
          </a:r>
          <a:r>
            <a:rPr lang="en-US" sz="1100" kern="1200" dirty="0" smtClean="0"/>
            <a:t>xi</a:t>
          </a:r>
          <a:endParaRPr lang="ru-RU" sz="1100" kern="1200" dirty="0"/>
        </a:p>
      </dsp:txBody>
      <dsp:txXfrm>
        <a:off x="3147155" y="2541706"/>
        <a:ext cx="1237850" cy="768579"/>
      </dsp:txXfrm>
    </dsp:sp>
    <dsp:sp modelId="{6AAE79A5-D122-421C-ADFF-1ED259D0402E}">
      <dsp:nvSpPr>
        <dsp:cNvPr id="0" name=""/>
        <dsp:cNvSpPr/>
      </dsp:nvSpPr>
      <dsp:spPr>
        <a:xfrm>
          <a:off x="2980391" y="357240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CB624-0991-4C77-AFCC-A0A204BBB1D5}">
      <dsp:nvSpPr>
        <dsp:cNvPr id="0" name=""/>
        <dsp:cNvSpPr/>
      </dsp:nvSpPr>
      <dsp:spPr>
        <a:xfrm>
          <a:off x="3123243" y="3708114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Быстрее Якоби в ~2 раза</a:t>
          </a:r>
          <a:endParaRPr lang="ru-RU" sz="1100" kern="1200" dirty="0"/>
        </a:p>
      </dsp:txBody>
      <dsp:txXfrm>
        <a:off x="3147155" y="3732026"/>
        <a:ext cx="1237850" cy="768579"/>
      </dsp:txXfrm>
    </dsp:sp>
    <dsp:sp modelId="{5516D251-327A-461D-9D23-2D77E2614E52}">
      <dsp:nvSpPr>
        <dsp:cNvPr id="0" name=""/>
        <dsp:cNvSpPr/>
      </dsp:nvSpPr>
      <dsp:spPr>
        <a:xfrm>
          <a:off x="4971916" y="119176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B20804-CC5A-4DE5-85B0-B4FF07DCD254}">
      <dsp:nvSpPr>
        <dsp:cNvPr id="0" name=""/>
        <dsp:cNvSpPr/>
      </dsp:nvSpPr>
      <dsp:spPr>
        <a:xfrm>
          <a:off x="5114768" y="1327475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Метод релаксаций</a:t>
          </a:r>
          <a:endParaRPr lang="ru-RU" sz="1100" kern="1200" dirty="0"/>
        </a:p>
      </dsp:txBody>
      <dsp:txXfrm>
        <a:off x="5138680" y="1351387"/>
        <a:ext cx="1237850" cy="768579"/>
      </dsp:txXfrm>
    </dsp:sp>
    <dsp:sp modelId="{C830C7E5-8BAD-48C7-8213-C1A9B55AD74A}">
      <dsp:nvSpPr>
        <dsp:cNvPr id="0" name=""/>
        <dsp:cNvSpPr/>
      </dsp:nvSpPr>
      <dsp:spPr>
        <a:xfrm>
          <a:off x="4551770" y="2382084"/>
          <a:ext cx="212596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78193-7BD3-45B9-AE56-2A0A6B2B8C63}">
      <dsp:nvSpPr>
        <dsp:cNvPr id="0" name=""/>
        <dsp:cNvSpPr/>
      </dsp:nvSpPr>
      <dsp:spPr>
        <a:xfrm>
          <a:off x="4694623" y="2517794"/>
          <a:ext cx="212596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p>
                  <m:sSupPr>
                    <m:ctrlPr>
                      <a:rPr lang="ru-RU" sz="1100" i="1" kern="1200" smtClean="0">
                        <a:latin typeface="Cambria Math"/>
                      </a:rPr>
                    </m:ctrlPr>
                  </m:sSupPr>
                  <m:e>
                    <m:r>
                      <a:rPr lang="en-US" sz="1100" b="0" i="1" kern="1200" smtClean="0">
                        <a:latin typeface="Cambria Math"/>
                      </a:rPr>
                      <m:t>𝑥</m:t>
                    </m:r>
                  </m:e>
                  <m:sup>
                    <m:r>
                      <a:rPr lang="en-US" sz="1100" b="0" i="1" kern="1200" smtClean="0">
                        <a:latin typeface="Cambria Math"/>
                      </a:rPr>
                      <m:t>(</m:t>
                    </m:r>
                    <m:r>
                      <a:rPr lang="en-US" sz="1100" b="0" i="1" kern="1200" smtClean="0">
                        <a:latin typeface="Cambria Math"/>
                      </a:rPr>
                      <m:t>𝑘</m:t>
                    </m:r>
                    <m:r>
                      <a:rPr lang="en-US" sz="1100" b="0" i="1" kern="1200" smtClean="0">
                        <a:latin typeface="Cambria Math"/>
                      </a:rPr>
                      <m:t>+1)</m:t>
                    </m:r>
                  </m:sup>
                </m:sSup>
                <m:r>
                  <a:rPr lang="en-US" sz="1100" b="0" i="1" kern="1200" smtClean="0">
                    <a:latin typeface="Cambria Math"/>
                  </a:rPr>
                  <m:t>=</m:t>
                </m:r>
                <m:r>
                  <a:rPr lang="ru-RU" sz="1100" b="0" i="1" kern="1200" smtClean="0">
                    <a:latin typeface="Cambria Math"/>
                  </a:rPr>
                  <m:t>(1−</m:t>
                </m:r>
                <m:r>
                  <m:rPr>
                    <m:sty m:val="p"/>
                  </m:rPr>
                  <a:rPr lang="el-GR" sz="1100" b="0" i="1" kern="1200" smtClean="0">
                    <a:latin typeface="Cambria Math"/>
                  </a:rPr>
                  <m:t>ω</m:t>
                </m:r>
                <m:r>
                  <a:rPr lang="ru-RU" sz="1100" b="0" i="1" kern="1200" smtClean="0">
                    <a:latin typeface="Cambria Math"/>
                  </a:rPr>
                  <m:t>)</m:t>
                </m:r>
                <m:sSup>
                  <m:sSupPr>
                    <m:ctrlPr>
                      <a:rPr lang="en-US" sz="1100" b="0" i="1" kern="1200" smtClean="0">
                        <a:latin typeface="Cambria Math"/>
                      </a:rPr>
                    </m:ctrlPr>
                  </m:sSupPr>
                  <m:e>
                    <m:r>
                      <a:rPr lang="en-US" sz="1100" b="0" i="1" kern="1200" smtClean="0">
                        <a:latin typeface="Cambria Math"/>
                      </a:rPr>
                      <m:t>𝑥</m:t>
                    </m:r>
                  </m:e>
                  <m:sup>
                    <m:r>
                      <a:rPr lang="en-US" sz="1100" b="0" i="1" kern="1200" smtClean="0">
                        <a:latin typeface="Cambria Math"/>
                      </a:rPr>
                      <m:t>(</m:t>
                    </m:r>
                    <m:r>
                      <a:rPr lang="en-US" sz="1100" b="0" i="1" kern="1200" smtClean="0">
                        <a:latin typeface="Cambria Math"/>
                      </a:rPr>
                      <m:t>𝑘</m:t>
                    </m:r>
                    <m:r>
                      <a:rPr lang="en-US" sz="1100" b="0" i="1" kern="1200" smtClean="0">
                        <a:latin typeface="Cambria Math"/>
                      </a:rPr>
                      <m:t>)</m:t>
                    </m:r>
                  </m:sup>
                </m:sSup>
                <m:r>
                  <a:rPr lang="en-US" sz="1100" b="0" i="1" kern="1200" smtClean="0">
                    <a:latin typeface="Cambria Math"/>
                  </a:rPr>
                  <m:t>+</m:t>
                </m:r>
                <m:r>
                  <m:rPr>
                    <m:sty m:val="p"/>
                  </m:rPr>
                  <a:rPr lang="el-GR" sz="1100" b="0" i="1" kern="1200" smtClean="0">
                    <a:latin typeface="Cambria Math"/>
                  </a:rPr>
                  <m:t>ω</m:t>
                </m:r>
                <m:sSup>
                  <m:sSupPr>
                    <m:ctrlPr>
                      <a:rPr lang="en-US" sz="1100" b="0" i="1" kern="1200" smtClean="0">
                        <a:latin typeface="Cambria Math"/>
                      </a:rPr>
                    </m:ctrlPr>
                  </m:sSupPr>
                  <m:e>
                    <m:r>
                      <a:rPr lang="en-US" sz="1100" b="0" i="1" kern="1200" smtClean="0">
                        <a:latin typeface="Cambria Math"/>
                      </a:rPr>
                      <m:t>𝑥</m:t>
                    </m:r>
                  </m:e>
                  <m:sup>
                    <m:r>
                      <a:rPr lang="en-US" sz="1100" b="0" i="1" kern="1200" smtClean="0">
                        <a:latin typeface="Cambria Math"/>
                      </a:rPr>
                      <m:t>(</m:t>
                    </m:r>
                    <m:r>
                      <a:rPr lang="en-US" sz="1100" b="0" i="1" kern="1200" smtClean="0">
                        <a:latin typeface="Cambria Math"/>
                      </a:rPr>
                      <m:t>𝑘</m:t>
                    </m:r>
                    <m:r>
                      <a:rPr lang="en-US" sz="1100" b="0" i="1" kern="1200" smtClean="0">
                        <a:latin typeface="Cambria Math"/>
                      </a:rPr>
                      <m:t>+1/2)</m:t>
                    </m:r>
                  </m:sup>
                </m:sSup>
              </m:oMath>
            </m:oMathPara>
          </a14:m>
          <a:endParaRPr lang="ru-RU" sz="1100" kern="1200" dirty="0"/>
        </a:p>
      </dsp:txBody>
      <dsp:txXfrm>
        <a:off x="4718535" y="2541706"/>
        <a:ext cx="2078140" cy="768579"/>
      </dsp:txXfrm>
    </dsp:sp>
    <dsp:sp modelId="{AF8DD4C2-FBF6-4FCD-89E0-9749B70E0097}">
      <dsp:nvSpPr>
        <dsp:cNvPr id="0" name=""/>
        <dsp:cNvSpPr/>
      </dsp:nvSpPr>
      <dsp:spPr>
        <a:xfrm>
          <a:off x="4971916" y="3572404"/>
          <a:ext cx="1285674" cy="816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8F2EA-CBAA-4F18-B54D-C09B4892EDC9}">
      <dsp:nvSpPr>
        <dsp:cNvPr id="0" name=""/>
        <dsp:cNvSpPr/>
      </dsp:nvSpPr>
      <dsp:spPr>
        <a:xfrm>
          <a:off x="5114768" y="3708114"/>
          <a:ext cx="1285674" cy="816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Быстрее всех при </a:t>
          </a:r>
          <a:r>
            <a:rPr lang="el-GR" sz="1100" kern="1200" dirty="0" smtClean="0"/>
            <a:t>ω_</a:t>
          </a:r>
          <a:r>
            <a:rPr lang="en-US" sz="1100" kern="1200" dirty="0" smtClean="0"/>
            <a:t>opt</a:t>
          </a:r>
          <a:endParaRPr lang="ru-RU" sz="1100" kern="1200" dirty="0"/>
        </a:p>
      </dsp:txBody>
      <dsp:txXfrm>
        <a:off x="5138680" y="3732026"/>
        <a:ext cx="1237850" cy="7685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28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99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07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39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867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668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42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25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556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46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F2095-997F-482B-A3D9-40F18648654E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1CA4F-1D5A-4281-8A76-0D70F616A6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5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916833"/>
            <a:ext cx="7772400" cy="168361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решения систем линейных алгебраических уравнений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Семинар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6929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задачи и методы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909051"/>
              </p:ext>
            </p:extLst>
          </p:nvPr>
        </p:nvGraphicFramePr>
        <p:xfrm>
          <a:off x="4932040" y="1459703"/>
          <a:ext cx="404279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5" y="1412776"/>
                <a:ext cx="4013022" cy="2668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1600" b="0" i="1" smtClean="0">
                                          <a:latin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latin typeface="Cambria Math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latin typeface="Cambria Math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0" i="1" smtClean="0"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 smtClean="0"/>
              </a:p>
              <a:p>
                <a:endParaRPr lang="ru-RU" sz="16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𝐴𝑥</m:t>
                      </m:r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r>
                        <a:rPr lang="en-US" sz="1600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1600" b="0" dirty="0" smtClean="0"/>
              </a:p>
              <a:p>
                <a:endParaRPr lang="en-US" sz="16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𝐴</m:t>
                      </m:r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0" i="1" smtClean="0"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0" i="1" smtClean="0"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60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0" i="1" smtClean="0"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600" b="0" i="1" smtClean="0">
                                                <a:latin typeface="Cambria Math"/>
                                              </a:rPr>
                                              <m:t>…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6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b="0" i="1" smtClean="0">
                                                    <a:latin typeface="Cambria Math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b="0" i="1" smtClean="0">
                                                    <a:latin typeface="Cambria Math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sz="1600" b="0" i="1" smtClean="0">
                                                    <a:latin typeface="Cambria Math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600" b="0" i="1" smtClean="0">
                                                <a:latin typeface="Cambria Math"/>
                                              </a:rPr>
                                              <m:t>…</m:t>
                                            </m:r>
                                          </m:e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/>
                                              </a:rPr>
                                              <m:t>…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600" b="0" i="1" smtClean="0"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𝑛𝑛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,</m:t>
                      </m:r>
                      <m:r>
                        <a:rPr lang="en-US" sz="1600" b="0" i="1" smtClean="0">
                          <a:latin typeface="Cambria Math"/>
                        </a:rPr>
                        <m:t>𝐵</m:t>
                      </m:r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600" b="0" i="1" smtClean="0"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1412776"/>
                <a:ext cx="4013022" cy="266835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774311" y="4380150"/>
                <a:ext cx="3149617" cy="1624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 smtClean="0"/>
                  <a:t>Число обусловленности матрицы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𝑐𝑜𝑛𝑑</m:t>
                      </m:r>
                      <m:d>
                        <m:d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sz="1600" b="0" i="1" smtClean="0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6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 smtClean="0"/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16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sz="1600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1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latin typeface="Cambria Math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rad>
                  </m:oMath>
                </a14:m>
                <a:r>
                  <a:rPr lang="ru-RU" sz="1600" dirty="0" smtClean="0"/>
                  <a:t> </a:t>
                </a:r>
                <a:endParaRPr lang="en-US" sz="1600" dirty="0" smtClean="0"/>
              </a:p>
              <a:p>
                <a:pPr algn="ctr"/>
                <a:r>
                  <a:rPr lang="ru-RU" sz="1600" dirty="0" smtClean="0"/>
                  <a:t>или</a:t>
                </a:r>
                <a:endParaRPr lang="en-US" sz="1600" dirty="0" smtClean="0"/>
              </a:p>
              <a:p>
                <a:pPr algn="ctr"/>
                <a:r>
                  <a:rPr lang="ru-RU" sz="16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ru-RU" sz="16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1600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16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16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func>
                  </m:oMath>
                </a14:m>
                <a:endParaRPr lang="ru-RU" sz="16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11" y="4380150"/>
                <a:ext cx="3149617" cy="1624676"/>
              </a:xfrm>
              <a:prstGeom prst="rect">
                <a:avLst/>
              </a:prstGeom>
              <a:blipFill rotWithShape="1">
                <a:blip r:embed="rId8"/>
                <a:stretch>
                  <a:fillRect l="-967" t="-1128" b="-33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3995936" y="4832488"/>
                <a:ext cx="295232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𝑐𝑜𝑛𝑑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ru-RU" b="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ru-RU" b="0" i="1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→</m:t>
                    </m:r>
                  </m:oMath>
                </a14:m>
                <a:r>
                  <a:rPr lang="ru-RU" dirty="0" smtClean="0"/>
                  <a:t> хорошо обусловленная матрица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𝑐𝑜𝑛𝑑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ru-RU" b="0" i="1" smtClean="0">
                        <a:latin typeface="Cambria Math"/>
                        <a:ea typeface="Cambria Math"/>
                      </a:rPr>
                      <m:t>≫</m:t>
                    </m:r>
                    <m:r>
                      <a:rPr lang="ru-RU" b="0" i="1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→</m:t>
                    </m:r>
                  </m:oMath>
                </a14:m>
                <a:r>
                  <a:rPr lang="ru-RU" dirty="0" smtClean="0"/>
                  <a:t> плохо обусловленная матрица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832488"/>
                <a:ext cx="2952328" cy="1477328"/>
              </a:xfrm>
              <a:prstGeom prst="rect">
                <a:avLst/>
              </a:prstGeom>
              <a:blipFill rotWithShape="1">
                <a:blip r:embed="rId9"/>
                <a:stretch>
                  <a:fillRect l="-1860" t="-20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010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Обусловленность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Хорошо обусловленная матрица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=8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=2</m:t>
                              </m:r>
                            </m:e>
                          </m:mr>
                        </m:m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ru-RU" dirty="0" smtClean="0"/>
                  <a:t>               Решение: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0,2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0,6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−0,4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 smtClean="0"/>
                  <a:t>  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rad>
                    <m:r>
                      <a:rPr lang="en-US" b="0" i="1" smtClean="0">
                        <a:latin typeface="Cambria Math"/>
                      </a:rPr>
                      <m:t>=15</m:t>
                    </m:r>
                  </m:oMath>
                </a14:m>
                <a:r>
                  <a:rPr lang="ru-RU" b="0" dirty="0" smtClean="0"/>
                  <a:t> </a:t>
                </a:r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b="0" i="1" smtClean="0">
                                                <a:latin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rad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0,6</a:t>
                </a:r>
                <a:endParaRPr lang="ru-RU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𝑐𝑜𝑛𝑑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∙</m:t>
                    </m:r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 algn="ctr">
                  <a:buNone/>
                </a:pPr>
                <a:r>
                  <a:rPr lang="ru-RU" dirty="0" smtClean="0"/>
                  <a:t>Возмущенная матрица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+(1+0,01)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=8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=2</m:t>
                              </m:r>
                            </m:e>
                          </m:mr>
                        </m:m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   Решение: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≈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1.992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3.976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1,01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endParaRPr lang="ru-RU" dirty="0" smtClean="0"/>
              </a:p>
            </p:txBody>
          </p:sp>
        </mc:Choice>
        <mc:Fallback xmlns="">
          <p:sp>
            <p:nvSpPr>
              <p:cNvPr id="5" name="Объект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4027" t="-20370" b="-120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Плохо обусловленная</a:t>
            </a:r>
          </a:p>
          <a:p>
            <a:r>
              <a:rPr lang="ru-RU" dirty="0" smtClean="0"/>
              <a:t>матрица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Объект 6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=8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u-RU" b="0" i="1" smtClean="0">
                                  <a:latin typeface="Cambria Math"/>
                                </a:rPr>
                                <m:t>+1,001 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=2</m:t>
                              </m:r>
                            </m:e>
                          </m:mr>
                        </m:m>
                        <m:r>
                          <a:rPr lang="ru-RU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ru-R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ru-RU" dirty="0" smtClean="0"/>
                  <a:t>         Решение: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ru-RU" b="0" i="1" smtClean="0">
                                  <a:latin typeface="Cambria Math"/>
                                </a:rPr>
                                <m:t>004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−6000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ru-RU" b="0" i="1" smtClean="0">
                                  <a:latin typeface="Cambria Math"/>
                                </a:rPr>
                                <m:t>,001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1" smtClean="0">
                                  <a:latin typeface="Cambria Math"/>
                                </a:rPr>
                                <m:t>5</m:t>
                              </m:r>
                              <m:r>
                                <a:rPr lang="ru-RU" b="0" i="1" smtClean="0">
                                  <a:latin typeface="Cambria Math"/>
                                </a:rPr>
                                <m:t>00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ru-RU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−500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−100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1000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 smtClean="0"/>
                  <a:t> 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ra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ru-RU" b="0" i="1" smtClean="0">
                        <a:latin typeface="Cambria Math"/>
                      </a:rPr>
                      <m:t>10,002001</m:t>
                    </m:r>
                  </m:oMath>
                </a14:m>
                <a:r>
                  <a:rPr lang="ru-RU" b="0" dirty="0" smtClean="0"/>
                  <a:t> </a:t>
                </a:r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b="0" i="1" smtClean="0">
                                                <a:latin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rad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ru-RU" dirty="0" smtClean="0"/>
                  <a:t>2500500,25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𝑐𝑜𝑛𝑑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∙</m:t>
                    </m:r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ru-RU" b="0" i="1" smtClean="0">
                        <a:latin typeface="Cambria Math"/>
                        <a:ea typeface="Cambria Math"/>
                      </a:rPr>
                      <m:t>2,5∙</m:t>
                    </m:r>
                    <m:sSup>
                      <m:sSupPr>
                        <m:ctrlPr>
                          <a:rPr lang="ru-R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ru-RU" b="0" i="1" smtClean="0">
                            <a:latin typeface="Cambria Math"/>
                            <a:ea typeface="Cambria Math"/>
                          </a:rPr>
                          <m:t>7</m:t>
                        </m:r>
                      </m:sup>
                    </m:sSup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 algn="ctr">
                  <a:buNone/>
                </a:pPr>
                <a:r>
                  <a:rPr lang="ru-RU" dirty="0" smtClean="0"/>
                  <a:t>Возмущенная матрица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u-RU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=8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ru-RU" b="0" i="1" smtClean="0">
                                  <a:latin typeface="Cambria Math"/>
                                </a:rPr>
                                <m:t>+1,002 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=2</m:t>
                              </m:r>
                            </m:e>
                          </m:mr>
                        </m:m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              Решение: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≈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2004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/>
                                </a:rPr>
                                <m:t>−4000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1,01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1,002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:endParaRPr lang="ru-RU" dirty="0"/>
              </a:p>
            </p:txBody>
          </p:sp>
        </mc:Choice>
        <mc:Fallback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14178" t="-20370" b="-118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88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Число обусловленности</a:t>
            </a:r>
            <a:br>
              <a:rPr lang="ru-RU" dirty="0" smtClean="0"/>
            </a:br>
            <a:r>
              <a:rPr lang="en-US" dirty="0" smtClean="0"/>
              <a:t>SVD </a:t>
            </a:r>
            <a:r>
              <a:rPr lang="ru-RU" dirty="0" smtClean="0"/>
              <a:t>разложение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Число обусловленности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𝑐𝑜𝑛𝑑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∙</m:t>
                    </m:r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ru-RU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𝑐𝑜𝑛𝑑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dirty="0" smtClean="0"/>
                  <a:t> </a:t>
                </a:r>
                <a:r>
                  <a:rPr lang="en-US" dirty="0"/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𝑚</m:t>
                        </m:r>
                        <m:r>
                          <a:rPr lang="en-US" i="1"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 — </a:t>
                </a:r>
                <a:r>
                  <a:rPr lang="ru-RU" dirty="0"/>
                  <a:t>максимальное и минимальное сингулярные </a:t>
                </a:r>
                <a:r>
                  <a:rPr lang="ru-RU" dirty="0" smtClean="0"/>
                  <a:t>числа</a:t>
                </a:r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Матрица </a:t>
                </a:r>
                <a:r>
                  <a:rPr lang="en-US" dirty="0" smtClean="0"/>
                  <a:t>A</a:t>
                </a: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/>
                  <a:t>хорошо </a:t>
                </a:r>
                <a:r>
                  <a:rPr lang="ru-RU" dirty="0" smtClean="0"/>
                  <a:t>обусловлена, если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𝑐𝑜𝑛𝑑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умерено хорошо обусловлена, если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𝑐𝑜𝑛𝑑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ru-RU" i="1">
                              <a:latin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умерено </a:t>
                </a:r>
                <a:r>
                  <a:rPr lang="ru-RU" dirty="0"/>
                  <a:t>плохо </a:t>
                </a:r>
                <a:r>
                  <a:rPr lang="ru-RU" dirty="0" smtClean="0"/>
                  <a:t>обусловлена, если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𝑐𝑜𝑛𝑑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ru-RU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ru-RU" dirty="0" smtClean="0"/>
                  <a:t>плохо обусловлена, если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𝑐𝑜𝑛𝑑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/>
                            </a:rPr>
                            <m:t>14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905" t="-1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Сингулярные числа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5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ru-RU" dirty="0" smtClean="0"/>
                  <a:t>Для </a:t>
                </a:r>
                <a:r>
                  <a:rPr lang="ru-RU" dirty="0"/>
                  <a:t>матрицы </a:t>
                </a:r>
                <a:r>
                  <a:rPr lang="en-US" dirty="0"/>
                  <a:t>A</a:t>
                </a:r>
                <a:r>
                  <a:rPr lang="en-US" dirty="0"/>
                  <a:t> </a:t>
                </a:r>
                <a:r>
                  <a:rPr lang="ru-RU" dirty="0"/>
                  <a:t>размера </a:t>
                </a:r>
                <a:r>
                  <a:rPr lang="en-US" dirty="0" smtClean="0"/>
                  <a:t>m×n</a:t>
                </a:r>
                <a:r>
                  <a:rPr lang="en-US" dirty="0"/>
                  <a:t> </a:t>
                </a:r>
                <a:r>
                  <a:rPr lang="ru-RU" dirty="0"/>
                  <a:t>сингулярные числа </a:t>
                </a:r>
                <a:r>
                  <a:rPr lang="el-GR" dirty="0"/>
                  <a:t>σ₁ ≥ σ₂ ≥ … ≥ σ_</a:t>
                </a:r>
                <a:r>
                  <a:rPr lang="en-US" dirty="0"/>
                  <a:t>r &gt; 0</a:t>
                </a:r>
                <a:r>
                  <a:rPr lang="ru-RU" dirty="0"/>
                  <a:t> </a:t>
                </a:r>
                <a:r>
                  <a:rPr lang="ru-RU" dirty="0" smtClean="0"/>
                  <a:t>определяются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rad>
                  </m:oMath>
                </a14:m>
                <a:endParaRPr lang="en-US" dirty="0" smtClean="0"/>
              </a:p>
              <a:p>
                <a:r>
                  <a:rPr lang="en-US" dirty="0"/>
                  <a:t>AᵀA</a:t>
                </a:r>
                <a:r>
                  <a:rPr lang="en-US" dirty="0"/>
                  <a:t> </a:t>
                </a:r>
                <a:r>
                  <a:rPr lang="ru-RU" dirty="0"/>
                  <a:t>симметрична и положительно </a:t>
                </a:r>
                <a:r>
                  <a:rPr lang="ru-RU" dirty="0" smtClean="0"/>
                  <a:t>определена</a:t>
                </a:r>
                <a:r>
                  <a:rPr lang="en-US" dirty="0" smtClean="0"/>
                  <a:t> →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&gt;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0,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𝑅</m:t>
                    </m:r>
                  </m:oMath>
                </a14:m>
                <a:endParaRPr lang="en-US" dirty="0" smtClean="0"/>
              </a:p>
              <a:p>
                <a:r>
                  <a:rPr lang="ru-RU" dirty="0" smtClean="0"/>
                  <a:t>Геометрическая интерпретация:  </a:t>
                </a:r>
                <a:r>
                  <a:rPr lang="ru-RU" dirty="0"/>
                  <a:t>коэффициенты растяжения единичной сферы при отображении </a:t>
                </a:r>
                <a:r>
                  <a:rPr lang="en-US" dirty="0"/>
                  <a:t>x ↦ </a:t>
                </a:r>
                <a:r>
                  <a:rPr lang="en-US" dirty="0" smtClean="0"/>
                  <a:t>Ax</a:t>
                </a:r>
              </a:p>
              <a:p>
                <a:r>
                  <a:rPr lang="ru-RU" dirty="0" smtClean="0"/>
                  <a:t>Алгоритм </a:t>
                </a:r>
                <a:r>
                  <a:rPr lang="en-US" dirty="0" smtClean="0"/>
                  <a:t>SVD – </a:t>
                </a:r>
                <a:r>
                  <a:rPr lang="ru-RU" dirty="0" smtClean="0"/>
                  <a:t>оптимальный способ для нахождения сингулярных чисел</a:t>
                </a:r>
                <a:endParaRPr lang="ru-RU" dirty="0"/>
              </a:p>
            </p:txBody>
          </p:sp>
        </mc:Choice>
        <mc:Fallback>
          <p:sp>
            <p:nvSpPr>
              <p:cNvPr id="6" name="Объект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l="-1207" t="-2006" r="-10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89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 Гаусса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ru-RU" dirty="0" smtClean="0"/>
                  <a:t>Прямой ход: система уравнений приводится к эквивалентной системе с треугольной матрицей: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ru-RU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ru-RU" b="0" i="1" smtClean="0">
                                          <a:latin typeface="Cambria Math"/>
                                        </a:rPr>
                                        <m:t>              </m:t>
                                      </m:r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′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′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𝑏</m:t>
                                          </m:r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′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                                             </m:t>
                                </m:r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𝑛𝑛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 smtClean="0"/>
              </a:p>
              <a:p>
                <a:r>
                  <a:rPr lang="ru-RU" dirty="0" smtClean="0"/>
                  <a:t>Обратный ход: из последнего уравнения находим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 smtClean="0"/>
                  <a:t>.</a:t>
                </a:r>
                <a:endParaRPr lang="en-US" dirty="0" smtClean="0"/>
              </a:p>
              <a:p>
                <a:r>
                  <a:rPr lang="ru-RU" dirty="0" smtClean="0"/>
                  <a:t>Из предшествующего ему уравнения находим </a:t>
                </a:r>
                <a:endParaRPr lang="ru-RU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ru-RU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ru-RU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ru-RU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ru-RU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𝑛𝑛</m:t>
                        </m:r>
                      </m:sub>
                    </m:sSub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 b="0" i="1" smtClean="0">
                        <a:latin typeface="Cambria Math"/>
                      </a:rPr>
                      <m:t>)/</m:t>
                    </m:r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ru-RU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 smtClean="0"/>
                  <a:t>. </a:t>
                </a:r>
              </a:p>
              <a:p>
                <a:r>
                  <a:rPr lang="ru-RU" dirty="0" smtClean="0"/>
                  <a:t>Коэффициенты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11</m:t>
                        </m:r>
                      </m:sub>
                    </m:sSub>
                  </m:oMath>
                </a14:m>
                <a:r>
                  <a:rPr lang="ru-RU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называются ведущими элементами шагов  исключения  неизвестных</a:t>
                </a:r>
                <a:r>
                  <a:rPr lang="en-US" dirty="0" smtClean="0"/>
                  <a:t>. </a:t>
                </a:r>
                <a:r>
                  <a:rPr lang="ru-RU" dirty="0" smtClean="0"/>
                  <a:t>Они  должны  быть  отличны от нуля. Если они равны нулю, то, меняя местами строки, необходимо на их место вывести ненулевые элементы. </a:t>
                </a:r>
                <a:endParaRPr lang="en-US" dirty="0" smtClean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Объект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2156" r="-7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287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Итерационные методы </a:t>
            </a:r>
            <a:r>
              <a:rPr lang="ru-RU" dirty="0" smtClean="0"/>
              <a:t>решения </a:t>
            </a:r>
            <a:r>
              <a:rPr lang="ru-RU" dirty="0"/>
              <a:t>СЛАУ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Объект 8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88287737"/>
                  </p:ext>
                </p:extLst>
              </p:nvPr>
            </p:nvGraphicFramePr>
            <p:xfrm>
              <a:off x="457200" y="1600200"/>
              <a:ext cx="8229600" cy="45259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9" name="Объект 8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88287737"/>
                  </p:ext>
                </p:extLst>
              </p:nvPr>
            </p:nvGraphicFramePr>
            <p:xfrm>
              <a:off x="457200" y="1600200"/>
              <a:ext cx="8229600" cy="45259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95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 Якоби</a:t>
            </a:r>
            <a:br>
              <a:rPr lang="ru-RU" dirty="0" smtClean="0"/>
            </a:br>
            <a:r>
              <a:rPr lang="ru-RU" sz="3100" dirty="0" smtClean="0"/>
              <a:t> (метод простой итерации)</a:t>
            </a:r>
            <a:endParaRPr lang="ru-RU" sz="3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ru-RU" dirty="0" smtClean="0"/>
                  <a:t>Расчет  начинается  с  некоторого  заранее  выбранного</a:t>
                </a:r>
                <a:r>
                  <a:rPr lang="en-US" dirty="0" smtClean="0"/>
                  <a:t> </a:t>
                </a:r>
                <a:r>
                  <a:rPr lang="ru-RU" dirty="0" smtClean="0"/>
                  <a:t>начального приближения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(0)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(0)</m:t>
                            </m:r>
                          </m:sup>
                        </m:sSubSup>
                        <m:r>
                          <a:rPr lang="ru-RU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(0)</m:t>
                            </m:r>
                          </m:sup>
                        </m:sSubSup>
                        <m:r>
                          <a:rPr lang="ru-RU" i="1">
                            <a:latin typeface="Cambria Math"/>
                          </a:rPr>
                          <m:t>, …,</m:t>
                        </m:r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(0)</m:t>
                            </m:r>
                          </m:sup>
                        </m:sSubSup>
                      </m:e>
                    </m:d>
                  </m:oMath>
                </a14:m>
                <a:endParaRPr lang="ru-RU" dirty="0" smtClean="0"/>
              </a:p>
              <a:p>
                <a:r>
                  <a:rPr lang="ru-RU" dirty="0" smtClean="0"/>
                  <a:t>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ru-RU" dirty="0" smtClean="0"/>
                  <a:t>ом шаге, где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  <m:r>
                      <a:rPr lang="ru-RU" b="0" i="1" dirty="0" smtClean="0">
                        <a:latin typeface="Cambria Math"/>
                      </a:rPr>
                      <m:t>=0,1,2,…</m:t>
                    </m:r>
                  </m:oMath>
                </a14:m>
                <a:r>
                  <a:rPr lang="ru-RU" dirty="0" smtClean="0"/>
                  <a:t> каждая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ru-RU" dirty="0" smtClean="0"/>
                  <a:t>-</a:t>
                </a:r>
                <a:r>
                  <a:rPr lang="ru-RU" dirty="0" err="1" smtClean="0"/>
                  <a:t>ая</a:t>
                </a:r>
                <a:r>
                  <a:rPr lang="ru-RU" dirty="0" smtClean="0"/>
                  <a:t> компонента вычисляется: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𝑘</m:t>
                          </m:r>
                          <m:r>
                            <a:rPr lang="ru-RU" i="1">
                              <a:latin typeface="Cambria Math"/>
                            </a:rPr>
                            <m:t>+1)</m:t>
                          </m:r>
                        </m:sup>
                      </m:sSubSup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i="1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ru-RU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  <m:r>
                            <a:rPr lang="ru-RU" i="1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ru-RU" dirty="0" smtClean="0"/>
              </a:p>
              <a:p>
                <a:r>
                  <a:rPr lang="ru-RU" dirty="0" smtClean="0"/>
                  <a:t>Сходимость метода простой итерации обеспечивается  при  выполнении  условия  преобладания  диагональных  элементов матрицы A: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</a:rPr>
                      <m:t>=1,…, 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dirty="0" smtClean="0"/>
              </a:p>
              <a:p>
                <a:r>
                  <a:rPr lang="ru-RU" dirty="0" smtClean="0"/>
                  <a:t>Заданная точность достигается при выполнении условия: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b="0" i="1" smtClean="0">
                                <a:latin typeface="Cambria Math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&lt;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</m:func>
                  </m:oMath>
                </a14:m>
                <a:endParaRPr lang="ru-RU" dirty="0" smtClean="0"/>
              </a:p>
              <a:p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2156" r="-7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436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 Зейделя</a:t>
            </a:r>
            <a:br>
              <a:rPr lang="ru-RU" dirty="0" smtClean="0"/>
            </a:br>
            <a:r>
              <a:rPr lang="ru-RU" sz="3100" dirty="0" smtClean="0"/>
              <a:t> (метод простой итерации)</a:t>
            </a:r>
            <a:endParaRPr lang="ru-RU" sz="3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ru-RU" dirty="0" smtClean="0"/>
                  <a:t>Расчет  начинается  с  некоторого  заранее  выбранного</a:t>
                </a:r>
                <a:r>
                  <a:rPr lang="en-US" dirty="0" smtClean="0"/>
                  <a:t> </a:t>
                </a:r>
                <a:r>
                  <a:rPr lang="ru-RU" dirty="0" smtClean="0"/>
                  <a:t>начального приближения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(0)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(0)</m:t>
                            </m:r>
                          </m:sup>
                        </m:sSubSup>
                        <m:r>
                          <a:rPr lang="ru-RU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(0)</m:t>
                            </m:r>
                          </m:sup>
                        </m:sSubSup>
                        <m:r>
                          <a:rPr lang="ru-RU" i="1">
                            <a:latin typeface="Cambria Math"/>
                          </a:rPr>
                          <m:t>, …,</m:t>
                        </m:r>
                        <m:sSubSup>
                          <m:sSubSupPr>
                            <m:ctrlPr>
                              <a:rPr lang="ru-R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ru-RU" i="1">
                                <a:latin typeface="Cambria Math"/>
                              </a:rPr>
                              <m:t>(0)</m:t>
                            </m:r>
                          </m:sup>
                        </m:sSubSup>
                      </m:e>
                    </m:d>
                  </m:oMath>
                </a14:m>
                <a:endParaRPr lang="ru-RU" dirty="0" smtClean="0"/>
              </a:p>
              <a:p>
                <a:r>
                  <a:rPr lang="ru-RU" dirty="0" smtClean="0"/>
                  <a:t>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ru-RU" dirty="0" smtClean="0"/>
                  <a:t>ом шаге, где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  <m:r>
                      <a:rPr lang="ru-RU" b="0" i="1" dirty="0" smtClean="0">
                        <a:latin typeface="Cambria Math"/>
                      </a:rPr>
                      <m:t>=0,1,2,…</m:t>
                    </m:r>
                  </m:oMath>
                </a14:m>
                <a:r>
                  <a:rPr lang="ru-RU" dirty="0" smtClean="0"/>
                  <a:t> каждая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ru-RU" dirty="0" smtClean="0"/>
                  <a:t>-</a:t>
                </a:r>
                <a:r>
                  <a:rPr lang="ru-RU" dirty="0" err="1" smtClean="0"/>
                  <a:t>ая</a:t>
                </a:r>
                <a:r>
                  <a:rPr lang="ru-RU" dirty="0" smtClean="0"/>
                  <a:t> компонента вычисляется: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𝑘</m:t>
                          </m:r>
                          <m:r>
                            <a:rPr lang="ru-RU" i="1">
                              <a:latin typeface="Cambria Math"/>
                            </a:rPr>
                            <m:t>+1)</m:t>
                          </m:r>
                        </m:sup>
                      </m:sSubSup>
                      <m:r>
                        <a:rPr lang="ru-R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i="1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𝑘</m:t>
                                      </m:r>
                                      <m:r>
                                        <a:rPr lang="ru-RU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  <m:r>
                            <a:rPr lang="ru-RU" i="1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ru-RU" dirty="0" smtClean="0"/>
              </a:p>
              <a:p>
                <a:r>
                  <a:rPr lang="ru-RU" dirty="0" smtClean="0"/>
                  <a:t>Сходимость метода обеспечивается  при  выполнении  условия  преобладания  диагональных  элементов матрицы A: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</a:rPr>
                      <m:t>=1,…, 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dirty="0" smtClean="0"/>
              </a:p>
              <a:p>
                <a:r>
                  <a:rPr lang="ru-RU" dirty="0" smtClean="0"/>
                  <a:t>Заданная точность достигается при выполнении условия: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b="0" i="1" smtClean="0">
                                <a:latin typeface="Cambria Math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ru-RU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ru-RU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&lt;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</m:func>
                  </m:oMath>
                </a14:m>
                <a:endParaRPr lang="ru-RU" dirty="0" smtClean="0"/>
              </a:p>
              <a:p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2156" r="-5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вал 3"/>
          <p:cNvSpPr/>
          <p:nvPr/>
        </p:nvSpPr>
        <p:spPr>
          <a:xfrm>
            <a:off x="4788024" y="3140968"/>
            <a:ext cx="72008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00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 сопряженных градиентов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4690864" cy="2836912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ru-RU" dirty="0" smtClean="0"/>
                  <a:t>Для решения СЛАУ с симметричной, </a:t>
                </a:r>
                <a:r>
                  <a:rPr lang="ru-RU" dirty="0" err="1" smtClean="0"/>
                  <a:t>положительноопределенной</a:t>
                </a:r>
                <a:r>
                  <a:rPr lang="ru-RU" dirty="0" smtClean="0"/>
                  <a:t> матрицей</a:t>
                </a:r>
              </a:p>
              <a:p>
                <a:pPr lvl="1"/>
                <a:r>
                  <a:rPr lang="ru-RU" dirty="0" smtClean="0"/>
                  <a:t>Матрица </a:t>
                </a:r>
                <a:r>
                  <a:rPr lang="ru-RU" dirty="0"/>
                  <a:t>А называется </a:t>
                </a:r>
                <a:r>
                  <a:rPr lang="ru-RU" dirty="0" smtClean="0"/>
                  <a:t>сим</a:t>
                </a:r>
                <a:r>
                  <a:rPr lang="ru-RU" dirty="0"/>
                  <a:t>м</a:t>
                </a:r>
                <a:r>
                  <a:rPr lang="ru-RU" dirty="0" smtClean="0"/>
                  <a:t>етричной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dirty="0"/>
                  <a:t> </a:t>
                </a:r>
              </a:p>
              <a:p>
                <a:pPr lvl="1"/>
                <a:r>
                  <a:rPr lang="ru-RU" dirty="0" smtClean="0"/>
                  <a:t>Матрица </a:t>
                </a:r>
                <a:r>
                  <a:rPr lang="ru-RU" dirty="0"/>
                  <a:t>А называется </a:t>
                </a:r>
                <a:r>
                  <a:rPr lang="ru-RU" dirty="0" err="1"/>
                  <a:t>положительноопределенной</a:t>
                </a:r>
                <a:r>
                  <a:rPr lang="ru-RU" dirty="0"/>
                  <a:t> если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𝐴𝑥</m:t>
                    </m:r>
                    <m:r>
                      <a:rPr lang="en-US" b="0" i="1" smtClean="0">
                        <a:latin typeface="Cambria Math"/>
                      </a:rPr>
                      <m:t>&gt;0</m:t>
                    </m:r>
                  </m:oMath>
                </a14:m>
                <a:r>
                  <a:rPr lang="ru-RU" dirty="0" smtClean="0"/>
                  <a:t> для любого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endParaRPr lang="ru-RU" dirty="0"/>
              </a:p>
              <a:p>
                <a:r>
                  <a:rPr lang="ru-RU" dirty="0" smtClean="0"/>
                  <a:t>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𝐴𝑥</m:t>
                    </m:r>
                    <m:r>
                      <a:rPr lang="en-US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𝑏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dirty="0"/>
                  <a:t>имеет единственный минимум который достигается в точке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 smtClean="0"/>
                  <a:t>, </a:t>
                </a:r>
                <a:r>
                  <a:rPr lang="ru-RU" dirty="0"/>
                  <a:t>совпадающий с решением системы линейных уравнений</a:t>
                </a:r>
                <a:r>
                  <a:rPr lang="ru-RU" dirty="0" smtClean="0"/>
                  <a:t>.</a:t>
                </a:r>
                <a:endParaRPr lang="en-US" dirty="0" smtClean="0"/>
              </a:p>
              <a:p>
                <a:r>
                  <a:rPr lang="ru-RU" dirty="0"/>
                  <a:t>Перед выполнением первой </a:t>
                </a:r>
                <a:r>
                  <a:rPr lang="ru-RU" dirty="0" smtClean="0"/>
                  <a:t>итерации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(0)</m:t>
                        </m:r>
                      </m:sup>
                    </m:sSup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(0)</m:t>
                        </m:r>
                      </m:sup>
                    </m:sSup>
                  </m:oMath>
                </a14:m>
                <a:r>
                  <a:rPr lang="ru-RU" dirty="0"/>
                  <a:t> полагаются равными нулю, а </a:t>
                </a:r>
                <a:r>
                  <a:rPr lang="ru-RU" dirty="0" smtClean="0"/>
                  <a:t>вектор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(0)</m:t>
                        </m:r>
                      </m:sup>
                    </m:sSup>
                  </m:oMath>
                </a14:m>
                <a:r>
                  <a:rPr lang="ru-RU" dirty="0"/>
                  <a:t> устанавливается </a:t>
                </a:r>
                <a:r>
                  <a:rPr lang="ru-RU" dirty="0" smtClean="0"/>
                  <a:t>в значение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/>
                      </a:rPr>
                      <m:t>−</m:t>
                    </m:r>
                    <m:r>
                      <a:rPr lang="ru-RU" i="1" dirty="0" smtClean="0">
                        <a:latin typeface="Cambria Math"/>
                      </a:rPr>
                      <m:t>𝑏</m:t>
                    </m:r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4690864" cy="2836912"/>
              </a:xfrm>
              <a:blipFill rotWithShape="1">
                <a:blip r:embed="rId2"/>
                <a:stretch>
                  <a:fillRect l="-260" t="-17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149080"/>
            <a:ext cx="1611043" cy="2394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ChangeArrowheads="1"/>
              </p:cNvSpPr>
              <p:nvPr/>
            </p:nvSpPr>
            <p:spPr bwMode="auto">
              <a:xfrm>
                <a:off x="5120092" y="1268760"/>
                <a:ext cx="3611290" cy="51464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600" b="1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 pitchFamily="34" charset="0"/>
                    <a:cs typeface="Arial" pitchFamily="34" charset="0"/>
                  </a:rPr>
                  <a:t>Алгоритм:</a:t>
                </a:r>
                <a:endParaRPr kumimoji="0" lang="ru-RU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342900" marR="0" lvl="0" indent="-3429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r>
                  <a:rPr kumimoji="0" lang="ru-RU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 pitchFamily="34" charset="0"/>
                    <a:cs typeface="Arial" pitchFamily="34" charset="0"/>
                  </a:rPr>
                  <a:t>Вычисление градиента</a:t>
                </a:r>
                <a:endPara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  <a:p>
                <a:pPr marR="0" lv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ru-RU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  <a:p>
                <a:pPr marR="0" lv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ru-RU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𝑔</m:t>
                          </m:r>
                        </m:e>
                        <m:sup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sup>
                      </m:sSup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=</m:t>
                      </m:r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𝐴</m:t>
                      </m:r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/>
                          <a:ea typeface="Cambria Math"/>
                          <a:cs typeface="Arial" pitchFamily="34" charset="0"/>
                        </a:rPr>
                        <m:t>∙</m:t>
                      </m:r>
                      <m:sSup>
                        <m:sSup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ea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kumimoji="0" lang="en-US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Arial" pitchFamily="34" charset="0"/>
                                </a:rPr>
                                <m:t>𝑘</m:t>
                              </m:r>
                              <m:r>
                                <a:rPr kumimoji="0" lang="en-US" sz="16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  <a:ea typeface="Cambria Math"/>
                                  <a:cs typeface="Arial" pitchFamily="34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/>
                          <a:ea typeface="Cambria Math"/>
                          <a:cs typeface="Arial" pitchFamily="34" charset="0"/>
                        </a:rPr>
                        <m:t>−</m:t>
                      </m:r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/>
                          <a:ea typeface="Cambria Math"/>
                          <a:cs typeface="Arial" pitchFamily="34" charset="0"/>
                        </a:rPr>
                        <m:t>𝑏</m:t>
                      </m:r>
                    </m:oMath>
                  </m:oMathPara>
                </a14:m>
                <a:endParaRPr kumimoji="0" lang="ru-RU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 pitchFamily="34" charset="0"/>
                    <a:cs typeface="Arial" pitchFamily="34" charset="0"/>
                  </a:rPr>
                  <a:t>  </a:t>
                </a:r>
                <a:endParaRPr kumimoji="0" lang="ru-RU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 pitchFamily="34" charset="0"/>
                    <a:cs typeface="Arial" pitchFamily="34" charset="0"/>
                  </a:rPr>
                  <a:t>2.   Вычисление вектора направления</a:t>
                </a:r>
                <a:endPara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𝑑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/>
                          <a:cs typeface="Arial" pitchFamily="34" charset="0"/>
                        </a:rPr>
                        <m:t>=−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𝑔</m:t>
                          </m:r>
                        </m:e>
                        <m: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/>
                          <a:cs typeface="Arial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𝑔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𝑔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𝑘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−1)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den>
                      </m:f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𝑑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 pitchFamily="34" charset="0"/>
                    <a:cs typeface="Arial" pitchFamily="34" charset="0"/>
                  </a:rPr>
                  <a:t>3.   Вычисление величины смещения по заданному направлению</a:t>
                </a:r>
                <a:endParaRPr kumimoji="0" lang="ru-RU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ru-RU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𝑠</m:t>
                          </m:r>
                        </m:e>
                        <m:sup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sup>
                      </m:sSup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𝑔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𝑑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∙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𝐴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Arial" pitchFamily="34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Arial" pitchFamily="34" charset="0"/>
                                </a:rPr>
                                <m:t>𝑑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Arial" pitchFamily="34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ru-RU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 pitchFamily="34" charset="0"/>
                    <a:cs typeface="Arial" pitchFamily="34" charset="0"/>
                  </a:rPr>
                  <a:t>4.   Вычисление нового приближения</a:t>
                </a:r>
                <a:endPara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sup>
                      </m:sSup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=</m:t>
                      </m:r>
                      <m:sSup>
                        <m:sSup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𝑥</m:t>
                          </m:r>
                        </m:e>
                        <m:sup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−1)</m:t>
                          </m:r>
                        </m:sup>
                      </m:sSup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mbria Math"/>
                          <a:cs typeface="Arial" pitchFamily="34" charset="0"/>
                        </a:rPr>
                        <m:t>+</m:t>
                      </m:r>
                      <m:sSup>
                        <m:sSup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𝑠</m:t>
                          </m:r>
                        </m:e>
                        <m:sup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𝑑</m:t>
                          </m:r>
                        </m:e>
                        <m:sup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(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𝑘</m:t>
                          </m:r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Arial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0" lang="ru-RU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0092" y="1268760"/>
                <a:ext cx="3611290" cy="5146473"/>
              </a:xfrm>
              <a:prstGeom prst="rect">
                <a:avLst/>
              </a:prstGeom>
              <a:blipFill rotWithShape="1">
                <a:blip r:embed="rId4"/>
                <a:stretch>
                  <a:fillRect l="-10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329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1349</Words>
  <Application>Microsoft Office PowerPoint</Application>
  <PresentationFormat>Экран (4:3)</PresentationFormat>
  <Paragraphs>133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Методы решения систем линейных алгебраических уравнений</vt:lpstr>
      <vt:lpstr>Постановка задачи и методы</vt:lpstr>
      <vt:lpstr>Обусловленность</vt:lpstr>
      <vt:lpstr>Число обусловленности SVD разложение</vt:lpstr>
      <vt:lpstr>Метод Гаусса</vt:lpstr>
      <vt:lpstr>Итерационные методы решения СЛАУ</vt:lpstr>
      <vt:lpstr>Метод Якоби  (метод простой итерации)</vt:lpstr>
      <vt:lpstr>Метод Зейделя  (метод простой итерации)</vt:lpstr>
      <vt:lpstr>Метод сопряженных градиентов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решения систем линейных алгебраических уравнений</dc:title>
  <dc:creator>Tsarina A.G.</dc:creator>
  <cp:lastModifiedBy>Царина Анна Георгиевна</cp:lastModifiedBy>
  <cp:revision>23</cp:revision>
  <dcterms:created xsi:type="dcterms:W3CDTF">2023-10-26T08:34:43Z</dcterms:created>
  <dcterms:modified xsi:type="dcterms:W3CDTF">2026-10-06T13:56:45Z</dcterms:modified>
</cp:coreProperties>
</file>